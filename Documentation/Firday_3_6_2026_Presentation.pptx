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DD5"/>
    <a:srgbClr val="321C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9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83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7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0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7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6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32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0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3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2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21C4A"/>
            </a:gs>
            <a:gs pos="67000">
              <a:schemeClr val="bg2">
                <a:lumMod val="90000"/>
                <a:lumOff val="10000"/>
              </a:schemeClr>
            </a:gs>
            <a:gs pos="79000">
              <a:schemeClr val="bg2">
                <a:lumMod val="75000"/>
                <a:lumOff val="25000"/>
              </a:schemeClr>
            </a:gs>
            <a:gs pos="100000">
              <a:srgbClr val="87DDD5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C0C7454-8F51-4728-B049-5511246EEC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89B0A7E-B1D6-4912-B15D-6F79C8A642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557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2D27-97D4-923B-147C-41E7C91E47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 Drone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AFA8C-6000-3388-B08B-572692E85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Kaung Nyi Naing, Keeyan Canlas, and Troy Tadros</a:t>
            </a:r>
          </a:p>
        </p:txBody>
      </p:sp>
    </p:spTree>
    <p:extLst>
      <p:ext uri="{BB962C8B-B14F-4D97-AF65-F5344CB8AC3E}">
        <p14:creationId xmlns:p14="http://schemas.microsoft.com/office/powerpoint/2010/main" val="173960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5B66-687C-A79F-8534-2A1C07A2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861A-4FD2-ECDC-97BE-BE73ACDE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90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Transformer Drone Simulation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Kaung Nyi Naing</dc:creator>
  <cp:lastModifiedBy>Kaung Nyi Naing</cp:lastModifiedBy>
  <cp:revision>1</cp:revision>
  <dcterms:created xsi:type="dcterms:W3CDTF">2026-03-02T03:10:21Z</dcterms:created>
  <dcterms:modified xsi:type="dcterms:W3CDTF">2026-03-02T03:18:46Z</dcterms:modified>
</cp:coreProperties>
</file>