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0" r:id="rId4"/>
    <p:sldId id="267" r:id="rId5"/>
    <p:sldId id="265" r:id="rId6"/>
    <p:sldId id="266" r:id="rId7"/>
    <p:sldId id="261" r:id="rId8"/>
    <p:sldId id="262" r:id="rId9"/>
    <p:sldId id="264" r:id="rId10"/>
    <p:sldId id="263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7DDD5"/>
    <a:srgbClr val="321C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CA25B7D-AD09-4D28-8E3E-2D4B53D04A2D}" v="42" dt="2026-03-06T19:46:54.180"/>
    <p1510:client id="{987C8A0E-8667-2A57-F6CF-E25A13441029}" v="11" dt="2026-03-05T23:46:06.4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78" d="100"/>
          <a:sy n="78" d="100"/>
        </p:scale>
        <p:origin x="14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userId="S::urn:spo:tenantanon#164ba61e-39ec-4f5d-89ff-aa1f00a521b4::" providerId="AD" clId="Web-{57FAAD45-EC59-08F2-40EF-4343AF078D53}"/>
    <pc:docChg chg="delSld modSld">
      <pc:chgData name="Guest User" userId="S::urn:spo:tenantanon#164ba61e-39ec-4f5d-89ff-aa1f00a521b4::" providerId="AD" clId="Web-{57FAAD45-EC59-08F2-40EF-4343AF078D53}" dt="2026-03-03T05:36:15.979" v="93" actId="14100"/>
      <pc:docMkLst>
        <pc:docMk/>
      </pc:docMkLst>
      <pc:sldChg chg="addSp modSp">
        <pc:chgData name="Guest User" userId="S::urn:spo:tenantanon#164ba61e-39ec-4f5d-89ff-aa1f00a521b4::" providerId="AD" clId="Web-{57FAAD45-EC59-08F2-40EF-4343AF078D53}" dt="2026-03-03T05:36:15.979" v="93" actId="14100"/>
        <pc:sldMkLst>
          <pc:docMk/>
          <pc:sldMk cId="3283190877" sldId="257"/>
        </pc:sldMkLst>
        <pc:spChg chg="mod">
          <ac:chgData name="Guest User" userId="S::urn:spo:tenantanon#164ba61e-39ec-4f5d-89ff-aa1f00a521b4::" providerId="AD" clId="Web-{57FAAD45-EC59-08F2-40EF-4343AF078D53}" dt="2026-03-03T05:34:42.824" v="86" actId="20577"/>
          <ac:spMkLst>
            <pc:docMk/>
            <pc:sldMk cId="3283190877" sldId="257"/>
            <ac:spMk id="3" creationId="{62D2861A-4FD2-ECDC-97BE-BE73ACDE508E}"/>
          </ac:spMkLst>
        </pc:spChg>
        <pc:picChg chg="add mod">
          <ac:chgData name="Guest User" userId="S::urn:spo:tenantanon#164ba61e-39ec-4f5d-89ff-aa1f00a521b4::" providerId="AD" clId="Web-{57FAAD45-EC59-08F2-40EF-4343AF078D53}" dt="2026-03-03T05:34:49.199" v="88" actId="1076"/>
          <ac:picMkLst>
            <pc:docMk/>
            <pc:sldMk cId="3283190877" sldId="257"/>
            <ac:picMk id="4" creationId="{EE6768F9-5F1E-A1FA-BDBE-B38F93E7B669}"/>
          </ac:picMkLst>
        </pc:picChg>
        <pc:picChg chg="add mod">
          <ac:chgData name="Guest User" userId="S::urn:spo:tenantanon#164ba61e-39ec-4f5d-89ff-aa1f00a521b4::" providerId="AD" clId="Web-{57FAAD45-EC59-08F2-40EF-4343AF078D53}" dt="2026-03-03T05:36:15.979" v="93" actId="14100"/>
          <ac:picMkLst>
            <pc:docMk/>
            <pc:sldMk cId="3283190877" sldId="257"/>
            <ac:picMk id="5" creationId="{46979884-427F-B8B1-3F8E-97FFD80D3776}"/>
          </ac:picMkLst>
        </pc:picChg>
      </pc:sldChg>
    </pc:docChg>
  </pc:docChgLst>
  <pc:docChgLst>
    <pc:chgData name="Guest User" userId="S::urn:spo:tenantanon#164ba61e-39ec-4f5d-89ff-aa1f00a521b4::" providerId="AD" clId="Web-{A920C29C-9FEE-2FCF-C90E-886123E04E7C}"/>
    <pc:docChg chg="modSld">
      <pc:chgData name="Guest User" userId="S::urn:spo:tenantanon#164ba61e-39ec-4f5d-89ff-aa1f00a521b4::" providerId="AD" clId="Web-{A920C29C-9FEE-2FCF-C90E-886123E04E7C}" dt="2026-03-04T23:19:59.703" v="111" actId="1076"/>
      <pc:docMkLst>
        <pc:docMk/>
      </pc:docMkLst>
      <pc:sldChg chg="addSp modSp">
        <pc:chgData name="Guest User" userId="S::urn:spo:tenantanon#164ba61e-39ec-4f5d-89ff-aa1f00a521b4::" providerId="AD" clId="Web-{A920C29C-9FEE-2FCF-C90E-886123E04E7C}" dt="2026-03-04T23:19:59.703" v="111" actId="1076"/>
        <pc:sldMkLst>
          <pc:docMk/>
          <pc:sldMk cId="783867445" sldId="260"/>
        </pc:sldMkLst>
        <pc:spChg chg="mod">
          <ac:chgData name="Guest User" userId="S::urn:spo:tenantanon#164ba61e-39ec-4f5d-89ff-aa1f00a521b4::" providerId="AD" clId="Web-{A920C29C-9FEE-2FCF-C90E-886123E04E7C}" dt="2026-03-04T23:16:02.306" v="88" actId="20577"/>
          <ac:spMkLst>
            <pc:docMk/>
            <pc:sldMk cId="783867445" sldId="260"/>
            <ac:spMk id="3" creationId="{3C3157D2-31E4-C17C-F799-F0C5A16C4D35}"/>
          </ac:spMkLst>
        </pc:spChg>
        <pc:picChg chg="add mod">
          <ac:chgData name="Guest User" userId="S::urn:spo:tenantanon#164ba61e-39ec-4f5d-89ff-aa1f00a521b4::" providerId="AD" clId="Web-{A920C29C-9FEE-2FCF-C90E-886123E04E7C}" dt="2026-03-04T23:19:02.855" v="103" actId="1076"/>
          <ac:picMkLst>
            <pc:docMk/>
            <pc:sldMk cId="783867445" sldId="260"/>
            <ac:picMk id="4" creationId="{6DAF3E27-BF4F-D680-0CBB-0087C310032D}"/>
          </ac:picMkLst>
        </pc:picChg>
        <pc:picChg chg="add mod">
          <ac:chgData name="Guest User" userId="S::urn:spo:tenantanon#164ba61e-39ec-4f5d-89ff-aa1f00a521b4::" providerId="AD" clId="Web-{A920C29C-9FEE-2FCF-C90E-886123E04E7C}" dt="2026-03-04T23:19:59.703" v="111" actId="1076"/>
          <ac:picMkLst>
            <pc:docMk/>
            <pc:sldMk cId="783867445" sldId="260"/>
            <ac:picMk id="5" creationId="{BDBFA0B5-E842-DDAA-DBDC-B26D8398417D}"/>
          </ac:picMkLst>
        </pc:picChg>
        <pc:picChg chg="add mod">
          <ac:chgData name="Guest User" userId="S::urn:spo:tenantanon#164ba61e-39ec-4f5d-89ff-aa1f00a521b4::" providerId="AD" clId="Web-{A920C29C-9FEE-2FCF-C90E-886123E04E7C}" dt="2026-03-04T23:19:59.094" v="110" actId="1076"/>
          <ac:picMkLst>
            <pc:docMk/>
            <pc:sldMk cId="783867445" sldId="260"/>
            <ac:picMk id="6" creationId="{F7E822F0-9BC7-3701-EEDF-441DFD6E3E18}"/>
          </ac:picMkLst>
        </pc:picChg>
      </pc:sldChg>
    </pc:docChg>
  </pc:docChgLst>
  <pc:docChgLst>
    <pc:chgData name="Guest User" userId="S::urn:spo:tenantanon#164ba61e-39ec-4f5d-89ff-aa1f00a521b4::" providerId="AD" clId="Web-{EDE3981A-167C-BDDC-7AD3-C0CCD89377FA}"/>
    <pc:docChg chg="addSld modSld">
      <pc:chgData name="Guest User" userId="S::urn:spo:tenantanon#164ba61e-39ec-4f5d-89ff-aa1f00a521b4::" providerId="AD" clId="Web-{EDE3981A-167C-BDDC-7AD3-C0CCD89377FA}" dt="2026-03-03T05:16:00.776" v="96" actId="20577"/>
      <pc:docMkLst>
        <pc:docMk/>
      </pc:docMkLst>
      <pc:sldChg chg="modSp">
        <pc:chgData name="Guest User" userId="S::urn:spo:tenantanon#164ba61e-39ec-4f5d-89ff-aa1f00a521b4::" providerId="AD" clId="Web-{EDE3981A-167C-BDDC-7AD3-C0CCD89377FA}" dt="2026-03-03T05:16:00.776" v="96" actId="20577"/>
        <pc:sldMkLst>
          <pc:docMk/>
          <pc:sldMk cId="3283190877" sldId="257"/>
        </pc:sldMkLst>
        <pc:spChg chg="mod">
          <ac:chgData name="Guest User" userId="S::urn:spo:tenantanon#164ba61e-39ec-4f5d-89ff-aa1f00a521b4::" providerId="AD" clId="Web-{EDE3981A-167C-BDDC-7AD3-C0CCD89377FA}" dt="2026-03-03T05:14:47.462" v="37" actId="20577"/>
          <ac:spMkLst>
            <pc:docMk/>
            <pc:sldMk cId="3283190877" sldId="257"/>
            <ac:spMk id="2" creationId="{6FF15B66-687C-A79F-8534-2A1C07A2E395}"/>
          </ac:spMkLst>
        </pc:spChg>
        <pc:spChg chg="mod">
          <ac:chgData name="Guest User" userId="S::urn:spo:tenantanon#164ba61e-39ec-4f5d-89ff-aa1f00a521b4::" providerId="AD" clId="Web-{EDE3981A-167C-BDDC-7AD3-C0CCD89377FA}" dt="2026-03-03T05:16:00.776" v="96" actId="20577"/>
          <ac:spMkLst>
            <pc:docMk/>
            <pc:sldMk cId="3283190877" sldId="257"/>
            <ac:spMk id="3" creationId="{62D2861A-4FD2-ECDC-97BE-BE73ACDE508E}"/>
          </ac:spMkLst>
        </pc:spChg>
      </pc:sldChg>
      <pc:sldChg chg="modSp new">
        <pc:chgData name="Guest User" userId="S::urn:spo:tenantanon#164ba61e-39ec-4f5d-89ff-aa1f00a521b4::" providerId="AD" clId="Web-{EDE3981A-167C-BDDC-7AD3-C0CCD89377FA}" dt="2026-03-03T05:07:13.705" v="28" actId="20577"/>
        <pc:sldMkLst>
          <pc:docMk/>
          <pc:sldMk cId="783867445" sldId="260"/>
        </pc:sldMkLst>
        <pc:spChg chg="mod">
          <ac:chgData name="Guest User" userId="S::urn:spo:tenantanon#164ba61e-39ec-4f5d-89ff-aa1f00a521b4::" providerId="AD" clId="Web-{EDE3981A-167C-BDDC-7AD3-C0CCD89377FA}" dt="2026-03-03T05:07:13.705" v="28" actId="20577"/>
          <ac:spMkLst>
            <pc:docMk/>
            <pc:sldMk cId="783867445" sldId="260"/>
            <ac:spMk id="2" creationId="{36818FCC-53A4-1EFC-18A3-635040B56451}"/>
          </ac:spMkLst>
        </pc:spChg>
      </pc:sldChg>
    </pc:docChg>
  </pc:docChgLst>
  <pc:docChgLst>
    <pc:chgData name="Keeyan Canlas" userId="S::kcanlas@cpp.edu::65e9c99f-8a9d-4f4a-ad46-bebdd41008a0" providerId="AD" clId="Web-{987C8A0E-8667-2A57-F6CF-E25A13441029}"/>
    <pc:docChg chg="modSld">
      <pc:chgData name="Keeyan Canlas" userId="S::kcanlas@cpp.edu::65e9c99f-8a9d-4f4a-ad46-bebdd41008a0" providerId="AD" clId="Web-{987C8A0E-8667-2A57-F6CF-E25A13441029}" dt="2026-03-05T23:46:06.406" v="9" actId="1076"/>
      <pc:docMkLst>
        <pc:docMk/>
      </pc:docMkLst>
      <pc:sldChg chg="addSp delSp modSp">
        <pc:chgData name="Keeyan Canlas" userId="S::kcanlas@cpp.edu::65e9c99f-8a9d-4f4a-ad46-bebdd41008a0" providerId="AD" clId="Web-{987C8A0E-8667-2A57-F6CF-E25A13441029}" dt="2026-03-05T23:46:06.406" v="9" actId="1076"/>
        <pc:sldMkLst>
          <pc:docMk/>
          <pc:sldMk cId="464883383" sldId="262"/>
        </pc:sldMkLst>
        <pc:spChg chg="add del mod">
          <ac:chgData name="Keeyan Canlas" userId="S::kcanlas@cpp.edu::65e9c99f-8a9d-4f4a-ad46-bebdd41008a0" providerId="AD" clId="Web-{987C8A0E-8667-2A57-F6CF-E25A13441029}" dt="2026-03-05T23:44:22.953" v="1"/>
          <ac:spMkLst>
            <pc:docMk/>
            <pc:sldMk cId="464883383" sldId="262"/>
            <ac:spMk id="5" creationId="{4D0236B6-3238-5796-88F8-94B0EEE6669E}"/>
          </ac:spMkLst>
        </pc:spChg>
        <pc:picChg chg="del">
          <ac:chgData name="Keeyan Canlas" userId="S::kcanlas@cpp.edu::65e9c99f-8a9d-4f4a-ad46-bebdd41008a0" providerId="AD" clId="Web-{987C8A0E-8667-2A57-F6CF-E25A13441029}" dt="2026-03-05T23:31:18.657" v="0"/>
          <ac:picMkLst>
            <pc:docMk/>
            <pc:sldMk cId="464883383" sldId="262"/>
            <ac:picMk id="4" creationId="{BD9DE767-C9A5-D8E0-FD20-927DCA758860}"/>
          </ac:picMkLst>
        </pc:picChg>
        <pc:picChg chg="add mod ord">
          <ac:chgData name="Keeyan Canlas" userId="S::kcanlas@cpp.edu::65e9c99f-8a9d-4f4a-ad46-bebdd41008a0" providerId="AD" clId="Web-{987C8A0E-8667-2A57-F6CF-E25A13441029}" dt="2026-03-05T23:45:25.375" v="6" actId="1076"/>
          <ac:picMkLst>
            <pc:docMk/>
            <pc:sldMk cId="464883383" sldId="262"/>
            <ac:picMk id="6" creationId="{C550AD97-3311-9FD8-AE41-C541F41EB31D}"/>
          </ac:picMkLst>
        </pc:picChg>
        <pc:picChg chg="add mod">
          <ac:chgData name="Keeyan Canlas" userId="S::kcanlas@cpp.edu::65e9c99f-8a9d-4f4a-ad46-bebdd41008a0" providerId="AD" clId="Web-{987C8A0E-8667-2A57-F6CF-E25A13441029}" dt="2026-03-05T23:46:06.406" v="9" actId="1076"/>
          <ac:picMkLst>
            <pc:docMk/>
            <pc:sldMk cId="464883383" sldId="262"/>
            <ac:picMk id="7" creationId="{0C1ECB9C-2624-71BF-70EA-1F69CE1EB032}"/>
          </ac:picMkLst>
        </pc:picChg>
      </pc:sldChg>
    </pc:docChg>
  </pc:docChgLst>
  <pc:docChgLst>
    <pc:chgData name="Kaung Nyi Naing" userId="5a99cc02-cb89-4ca5-b1ec-1f82f4f974cc" providerId="ADAL" clId="{38D6FE23-4415-44DB-9B99-5C09F2291F92}"/>
    <pc:docChg chg="undo custSel addSld modSld sldOrd modMainMaster">
      <pc:chgData name="Kaung Nyi Naing" userId="5a99cc02-cb89-4ca5-b1ec-1f82f4f974cc" providerId="ADAL" clId="{38D6FE23-4415-44DB-9B99-5C09F2291F92}" dt="2026-03-06T19:51:57.199" v="1594" actId="14100"/>
      <pc:docMkLst>
        <pc:docMk/>
      </pc:docMkLst>
      <pc:sldChg chg="addSp modSp mod setBg addAnim">
        <pc:chgData name="Kaung Nyi Naing" userId="5a99cc02-cb89-4ca5-b1ec-1f82f4f974cc" providerId="ADAL" clId="{38D6FE23-4415-44DB-9B99-5C09F2291F92}" dt="2026-03-06T19:36:57.049" v="1456"/>
        <pc:sldMkLst>
          <pc:docMk/>
          <pc:sldMk cId="1739604087" sldId="256"/>
        </pc:sldMkLst>
        <pc:spChg chg="mod">
          <ac:chgData name="Kaung Nyi Naing" userId="5a99cc02-cb89-4ca5-b1ec-1f82f4f974cc" providerId="ADAL" clId="{38D6FE23-4415-44DB-9B99-5C09F2291F92}" dt="2026-03-06T06:48:35.117" v="1210" actId="26606"/>
          <ac:spMkLst>
            <pc:docMk/>
            <pc:sldMk cId="1739604087" sldId="256"/>
            <ac:spMk id="2" creationId="{4B8F2D27-97D4-923B-147C-41E7C91E474A}"/>
          </ac:spMkLst>
        </pc:spChg>
        <pc:spChg chg="mod">
          <ac:chgData name="Kaung Nyi Naing" userId="5a99cc02-cb89-4ca5-b1ec-1f82f4f974cc" providerId="ADAL" clId="{38D6FE23-4415-44DB-9B99-5C09F2291F92}" dt="2026-03-06T06:48:35.117" v="1210" actId="26606"/>
          <ac:spMkLst>
            <pc:docMk/>
            <pc:sldMk cId="1739604087" sldId="256"/>
            <ac:spMk id="3" creationId="{4A0AFA8C-6000-3388-B08B-572692E856E2}"/>
          </ac:spMkLst>
        </pc:spChg>
        <pc:spChg chg="add">
          <ac:chgData name="Kaung Nyi Naing" userId="5a99cc02-cb89-4ca5-b1ec-1f82f4f974cc" providerId="ADAL" clId="{38D6FE23-4415-44DB-9B99-5C09F2291F92}" dt="2026-03-06T06:48:35.117" v="1210" actId="26606"/>
          <ac:spMkLst>
            <pc:docMk/>
            <pc:sldMk cId="1739604087" sldId="256"/>
            <ac:spMk id="9" creationId="{71B2258F-86CA-4D4D-8270-BC05FCDEBFB3}"/>
          </ac:spMkLst>
        </pc:spChg>
        <pc:picChg chg="add">
          <ac:chgData name="Kaung Nyi Naing" userId="5a99cc02-cb89-4ca5-b1ec-1f82f4f974cc" providerId="ADAL" clId="{38D6FE23-4415-44DB-9B99-5C09F2291F92}" dt="2026-03-06T06:48:35.117" v="1210" actId="26606"/>
          <ac:picMkLst>
            <pc:docMk/>
            <pc:sldMk cId="1739604087" sldId="256"/>
            <ac:picMk id="5" creationId="{6A5F090A-3B82-A603-6465-6837EFBCD2F6}"/>
          </ac:picMkLst>
        </pc:picChg>
      </pc:sldChg>
      <pc:sldChg chg="addSp delSp modSp mod setBg">
        <pc:chgData name="Kaung Nyi Naing" userId="5a99cc02-cb89-4ca5-b1ec-1f82f4f974cc" providerId="ADAL" clId="{38D6FE23-4415-44DB-9B99-5C09F2291F92}" dt="2026-03-06T19:36:57.049" v="1456"/>
        <pc:sldMkLst>
          <pc:docMk/>
          <pc:sldMk cId="3283190877" sldId="257"/>
        </pc:sldMkLst>
        <pc:spChg chg="mod">
          <ac:chgData name="Kaung Nyi Naing" userId="5a99cc02-cb89-4ca5-b1ec-1f82f4f974cc" providerId="ADAL" clId="{38D6FE23-4415-44DB-9B99-5C09F2291F92}" dt="2026-03-06T06:50:17.514" v="1224" actId="26606"/>
          <ac:spMkLst>
            <pc:docMk/>
            <pc:sldMk cId="3283190877" sldId="257"/>
            <ac:spMk id="2" creationId="{6FF15B66-687C-A79F-8534-2A1C07A2E395}"/>
          </ac:spMkLst>
        </pc:spChg>
        <pc:spChg chg="mod">
          <ac:chgData name="Kaung Nyi Naing" userId="5a99cc02-cb89-4ca5-b1ec-1f82f4f974cc" providerId="ADAL" clId="{38D6FE23-4415-44DB-9B99-5C09F2291F92}" dt="2026-03-06T19:15:10.480" v="1329" actId="20577"/>
          <ac:spMkLst>
            <pc:docMk/>
            <pc:sldMk cId="3283190877" sldId="257"/>
            <ac:spMk id="3" creationId="{62D2861A-4FD2-ECDC-97BE-BE73ACDE508E}"/>
          </ac:spMkLst>
        </pc:spChg>
        <pc:spChg chg="add del">
          <ac:chgData name="Kaung Nyi Naing" userId="5a99cc02-cb89-4ca5-b1ec-1f82f4f974cc" providerId="ADAL" clId="{38D6FE23-4415-44DB-9B99-5C09F2291F92}" dt="2026-03-06T06:49:51.985" v="1222" actId="26606"/>
          <ac:spMkLst>
            <pc:docMk/>
            <pc:sldMk cId="3283190877" sldId="257"/>
            <ac:spMk id="10" creationId="{149FB5C3-7336-4FE0-A30C-CC0A3646D499}"/>
          </ac:spMkLst>
        </pc:spChg>
        <pc:spChg chg="add del">
          <ac:chgData name="Kaung Nyi Naing" userId="5a99cc02-cb89-4ca5-b1ec-1f82f4f974cc" providerId="ADAL" clId="{38D6FE23-4415-44DB-9B99-5C09F2291F92}" dt="2026-03-06T06:49:51.985" v="1222" actId="26606"/>
          <ac:spMkLst>
            <pc:docMk/>
            <pc:sldMk cId="3283190877" sldId="257"/>
            <ac:spMk id="16" creationId="{0DA909B4-15FF-46A6-8A7F-7AEF977FE9ED}"/>
          </ac:spMkLst>
        </pc:spChg>
        <pc:spChg chg="add del">
          <ac:chgData name="Kaung Nyi Naing" userId="5a99cc02-cb89-4ca5-b1ec-1f82f4f974cc" providerId="ADAL" clId="{38D6FE23-4415-44DB-9B99-5C09F2291F92}" dt="2026-03-06T06:49:51.985" v="1222" actId="26606"/>
          <ac:spMkLst>
            <pc:docMk/>
            <pc:sldMk cId="3283190877" sldId="257"/>
            <ac:spMk id="18" creationId="{1382A32C-5B0C-4B1C-A074-76C6DBCC9F87}"/>
          </ac:spMkLst>
        </pc:spChg>
        <pc:spChg chg="add del">
          <ac:chgData name="Kaung Nyi Naing" userId="5a99cc02-cb89-4ca5-b1ec-1f82f4f974cc" providerId="ADAL" clId="{38D6FE23-4415-44DB-9B99-5C09F2291F92}" dt="2026-03-06T06:50:17.514" v="1224" actId="26606"/>
          <ac:spMkLst>
            <pc:docMk/>
            <pc:sldMk cId="3283190877" sldId="257"/>
            <ac:spMk id="23" creationId="{352BEC0E-22F8-46D0-9632-375DB541B06C}"/>
          </ac:spMkLst>
        </pc:spChg>
        <pc:spChg chg="add del">
          <ac:chgData name="Kaung Nyi Naing" userId="5a99cc02-cb89-4ca5-b1ec-1f82f4f974cc" providerId="ADAL" clId="{38D6FE23-4415-44DB-9B99-5C09F2291F92}" dt="2026-03-06T06:50:17.514" v="1224" actId="26606"/>
          <ac:spMkLst>
            <pc:docMk/>
            <pc:sldMk cId="3283190877" sldId="257"/>
            <ac:spMk id="25" creationId="{3FCFB1DE-0B7E-48CC-BA90-B2AB0889F9D6}"/>
          </ac:spMkLst>
        </pc:spChg>
        <pc:spChg chg="add">
          <ac:chgData name="Kaung Nyi Naing" userId="5a99cc02-cb89-4ca5-b1ec-1f82f4f974cc" providerId="ADAL" clId="{38D6FE23-4415-44DB-9B99-5C09F2291F92}" dt="2026-03-06T06:50:17.514" v="1224" actId="26606"/>
          <ac:spMkLst>
            <pc:docMk/>
            <pc:sldMk cId="3283190877" sldId="257"/>
            <ac:spMk id="30" creationId="{149FB5C3-7336-4FE0-A30C-CC0A3646D499}"/>
          </ac:spMkLst>
        </pc:spChg>
        <pc:spChg chg="add">
          <ac:chgData name="Kaung Nyi Naing" userId="5a99cc02-cb89-4ca5-b1ec-1f82f4f974cc" providerId="ADAL" clId="{38D6FE23-4415-44DB-9B99-5C09F2291F92}" dt="2026-03-06T06:50:17.514" v="1224" actId="26606"/>
          <ac:spMkLst>
            <pc:docMk/>
            <pc:sldMk cId="3283190877" sldId="257"/>
            <ac:spMk id="36" creationId="{0DA909B4-15FF-46A6-8A7F-7AEF977FE9ED}"/>
          </ac:spMkLst>
        </pc:spChg>
        <pc:spChg chg="add">
          <ac:chgData name="Kaung Nyi Naing" userId="5a99cc02-cb89-4ca5-b1ec-1f82f4f974cc" providerId="ADAL" clId="{38D6FE23-4415-44DB-9B99-5C09F2291F92}" dt="2026-03-06T06:50:17.514" v="1224" actId="26606"/>
          <ac:spMkLst>
            <pc:docMk/>
            <pc:sldMk cId="3283190877" sldId="257"/>
            <ac:spMk id="38" creationId="{1382A32C-5B0C-4B1C-A074-76C6DBCC9F87}"/>
          </ac:spMkLst>
        </pc:spChg>
        <pc:grpChg chg="add del">
          <ac:chgData name="Kaung Nyi Naing" userId="5a99cc02-cb89-4ca5-b1ec-1f82f4f974cc" providerId="ADAL" clId="{38D6FE23-4415-44DB-9B99-5C09F2291F92}" dt="2026-03-06T06:49:51.985" v="1222" actId="26606"/>
          <ac:grpSpMkLst>
            <pc:docMk/>
            <pc:sldMk cId="3283190877" sldId="257"/>
            <ac:grpSpMk id="12" creationId="{19A6B5CE-CB1D-48EE-8B43-E952235C8371}"/>
          </ac:grpSpMkLst>
        </pc:grpChg>
        <pc:grpChg chg="add">
          <ac:chgData name="Kaung Nyi Naing" userId="5a99cc02-cb89-4ca5-b1ec-1f82f4f974cc" providerId="ADAL" clId="{38D6FE23-4415-44DB-9B99-5C09F2291F92}" dt="2026-03-06T06:50:17.514" v="1224" actId="26606"/>
          <ac:grpSpMkLst>
            <pc:docMk/>
            <pc:sldMk cId="3283190877" sldId="257"/>
            <ac:grpSpMk id="32" creationId="{19A6B5CE-CB1D-48EE-8B43-E952235C8371}"/>
          </ac:grpSpMkLst>
        </pc:grpChg>
        <pc:picChg chg="mod ord">
          <ac:chgData name="Kaung Nyi Naing" userId="5a99cc02-cb89-4ca5-b1ec-1f82f4f974cc" providerId="ADAL" clId="{38D6FE23-4415-44DB-9B99-5C09F2291F92}" dt="2026-03-06T06:50:17.514" v="1224" actId="26606"/>
          <ac:picMkLst>
            <pc:docMk/>
            <pc:sldMk cId="3283190877" sldId="257"/>
            <ac:picMk id="4" creationId="{EE6768F9-5F1E-A1FA-BDBE-B38F93E7B669}"/>
          </ac:picMkLst>
        </pc:picChg>
        <pc:picChg chg="mod">
          <ac:chgData name="Kaung Nyi Naing" userId="5a99cc02-cb89-4ca5-b1ec-1f82f4f974cc" providerId="ADAL" clId="{38D6FE23-4415-44DB-9B99-5C09F2291F92}" dt="2026-03-06T06:50:17.514" v="1224" actId="26606"/>
          <ac:picMkLst>
            <pc:docMk/>
            <pc:sldMk cId="3283190877" sldId="257"/>
            <ac:picMk id="5" creationId="{46979884-427F-B8B1-3F8E-97FFD80D3776}"/>
          </ac:picMkLst>
        </pc:picChg>
      </pc:sldChg>
      <pc:sldChg chg="addSp delSp modSp mod ord setBg">
        <pc:chgData name="Kaung Nyi Naing" userId="5a99cc02-cb89-4ca5-b1ec-1f82f4f974cc" providerId="ADAL" clId="{38D6FE23-4415-44DB-9B99-5C09F2291F92}" dt="2026-03-06T19:46:20.601" v="1533" actId="14100"/>
        <pc:sldMkLst>
          <pc:docMk/>
          <pc:sldMk cId="783867445" sldId="260"/>
        </pc:sldMkLst>
        <pc:spChg chg="mod ord">
          <ac:chgData name="Kaung Nyi Naing" userId="5a99cc02-cb89-4ca5-b1ec-1f82f4f974cc" providerId="ADAL" clId="{38D6FE23-4415-44DB-9B99-5C09F2291F92}" dt="2026-03-06T19:45:00.153" v="1525" actId="207"/>
          <ac:spMkLst>
            <pc:docMk/>
            <pc:sldMk cId="783867445" sldId="260"/>
            <ac:spMk id="2" creationId="{36818FCC-53A4-1EFC-18A3-635040B56451}"/>
          </ac:spMkLst>
        </pc:spChg>
        <pc:spChg chg="mod ord">
          <ac:chgData name="Kaung Nyi Naing" userId="5a99cc02-cb89-4ca5-b1ec-1f82f4f974cc" providerId="ADAL" clId="{38D6FE23-4415-44DB-9B99-5C09F2291F92}" dt="2026-03-06T19:46:20.601" v="1533" actId="14100"/>
          <ac:spMkLst>
            <pc:docMk/>
            <pc:sldMk cId="783867445" sldId="260"/>
            <ac:spMk id="3" creationId="{3C3157D2-31E4-C17C-F799-F0C5A16C4D35}"/>
          </ac:spMkLst>
        </pc:spChg>
        <pc:spChg chg="add del mod ord">
          <ac:chgData name="Kaung Nyi Naing" userId="5a99cc02-cb89-4ca5-b1ec-1f82f4f974cc" providerId="ADAL" clId="{38D6FE23-4415-44DB-9B99-5C09F2291F92}" dt="2026-03-06T19:43:51.157" v="1517" actId="478"/>
          <ac:spMkLst>
            <pc:docMk/>
            <pc:sldMk cId="783867445" sldId="260"/>
            <ac:spMk id="7" creationId="{4D87CC6D-B96B-3B19-5969-1066EA8B2E84}"/>
          </ac:spMkLst>
        </pc:spChg>
        <pc:spChg chg="add del">
          <ac:chgData name="Kaung Nyi Naing" userId="5a99cc02-cb89-4ca5-b1ec-1f82f4f974cc" providerId="ADAL" clId="{38D6FE23-4415-44DB-9B99-5C09F2291F92}" dt="2026-03-06T19:44:36.631" v="1521" actId="26606"/>
          <ac:spMkLst>
            <pc:docMk/>
            <pc:sldMk cId="783867445" sldId="260"/>
            <ac:spMk id="11" creationId="{6804CCDD-88C7-4B43-A381-F2D8DAF62BE3}"/>
          </ac:spMkLst>
        </pc:spChg>
        <pc:spChg chg="add del">
          <ac:chgData name="Kaung Nyi Naing" userId="5a99cc02-cb89-4ca5-b1ec-1f82f4f974cc" providerId="ADAL" clId="{38D6FE23-4415-44DB-9B99-5C09F2291F92}" dt="2026-03-06T19:44:36.631" v="1521" actId="26606"/>
          <ac:spMkLst>
            <pc:docMk/>
            <pc:sldMk cId="783867445" sldId="260"/>
            <ac:spMk id="13" creationId="{BBECEAC1-4BBC-4815-B44E-D9B231A3FC16}"/>
          </ac:spMkLst>
        </pc:spChg>
        <pc:spChg chg="add del">
          <ac:chgData name="Kaung Nyi Naing" userId="5a99cc02-cb89-4ca5-b1ec-1f82f4f974cc" providerId="ADAL" clId="{38D6FE23-4415-44DB-9B99-5C09F2291F92}" dt="2026-03-06T19:44:52.653" v="1523" actId="26606"/>
          <ac:spMkLst>
            <pc:docMk/>
            <pc:sldMk cId="783867445" sldId="260"/>
            <ac:spMk id="18" creationId="{1A042C51-0ACE-419E-A039-04AD72522158}"/>
          </ac:spMkLst>
        </pc:spChg>
        <pc:spChg chg="add del">
          <ac:chgData name="Kaung Nyi Naing" userId="5a99cc02-cb89-4ca5-b1ec-1f82f4f974cc" providerId="ADAL" clId="{38D6FE23-4415-44DB-9B99-5C09F2291F92}" dt="2026-03-06T19:44:52.653" v="1523" actId="26606"/>
          <ac:spMkLst>
            <pc:docMk/>
            <pc:sldMk cId="783867445" sldId="260"/>
            <ac:spMk id="25" creationId="{D5B0017B-2ECA-49AF-B397-DC140825DF8D}"/>
          </ac:spMkLst>
        </pc:spChg>
        <pc:spChg chg="add">
          <ac:chgData name="Kaung Nyi Naing" userId="5a99cc02-cb89-4ca5-b1ec-1f82f4f974cc" providerId="ADAL" clId="{38D6FE23-4415-44DB-9B99-5C09F2291F92}" dt="2026-03-06T19:44:52.653" v="1523" actId="26606"/>
          <ac:spMkLst>
            <pc:docMk/>
            <pc:sldMk cId="783867445" sldId="260"/>
            <ac:spMk id="32" creationId="{1A042C51-0ACE-419E-A039-04AD72522158}"/>
          </ac:spMkLst>
        </pc:spChg>
        <pc:spChg chg="add">
          <ac:chgData name="Kaung Nyi Naing" userId="5a99cc02-cb89-4ca5-b1ec-1f82f4f974cc" providerId="ADAL" clId="{38D6FE23-4415-44DB-9B99-5C09F2291F92}" dt="2026-03-06T19:44:52.653" v="1523" actId="26606"/>
          <ac:spMkLst>
            <pc:docMk/>
            <pc:sldMk cId="783867445" sldId="260"/>
            <ac:spMk id="39" creationId="{D5B0017B-2ECA-49AF-B397-DC140825DF8D}"/>
          </ac:spMkLst>
        </pc:spChg>
        <pc:grpChg chg="add del">
          <ac:chgData name="Kaung Nyi Naing" userId="5a99cc02-cb89-4ca5-b1ec-1f82f4f974cc" providerId="ADAL" clId="{38D6FE23-4415-44DB-9B99-5C09F2291F92}" dt="2026-03-06T19:44:52.653" v="1523" actId="26606"/>
          <ac:grpSpMkLst>
            <pc:docMk/>
            <pc:sldMk cId="783867445" sldId="260"/>
            <ac:grpSpMk id="20" creationId="{AE1C45F0-260A-458C-96ED-C1F6D2151219}"/>
          </ac:grpSpMkLst>
        </pc:grpChg>
        <pc:grpChg chg="add">
          <ac:chgData name="Kaung Nyi Naing" userId="5a99cc02-cb89-4ca5-b1ec-1f82f4f974cc" providerId="ADAL" clId="{38D6FE23-4415-44DB-9B99-5C09F2291F92}" dt="2026-03-06T19:44:52.653" v="1523" actId="26606"/>
          <ac:grpSpMkLst>
            <pc:docMk/>
            <pc:sldMk cId="783867445" sldId="260"/>
            <ac:grpSpMk id="34" creationId="{AE1C45F0-260A-458C-96ED-C1F6D2151219}"/>
          </ac:grpSpMkLst>
        </pc:grpChg>
        <pc:picChg chg="mod modCrop">
          <ac:chgData name="Kaung Nyi Naing" userId="5a99cc02-cb89-4ca5-b1ec-1f82f4f974cc" providerId="ADAL" clId="{38D6FE23-4415-44DB-9B99-5C09F2291F92}" dt="2026-03-06T19:44:36.631" v="1521" actId="26606"/>
          <ac:picMkLst>
            <pc:docMk/>
            <pc:sldMk cId="783867445" sldId="260"/>
            <ac:picMk id="4" creationId="{6DAF3E27-BF4F-D680-0CBB-0087C310032D}"/>
          </ac:picMkLst>
        </pc:picChg>
        <pc:picChg chg="mod">
          <ac:chgData name="Kaung Nyi Naing" userId="5a99cc02-cb89-4ca5-b1ec-1f82f4f974cc" providerId="ADAL" clId="{38D6FE23-4415-44DB-9B99-5C09F2291F92}" dt="2026-03-06T19:44:36.631" v="1521" actId="26606"/>
          <ac:picMkLst>
            <pc:docMk/>
            <pc:sldMk cId="783867445" sldId="260"/>
            <ac:picMk id="5" creationId="{BDBFA0B5-E842-DDAA-DBDC-B26D8398417D}"/>
          </ac:picMkLst>
        </pc:picChg>
        <pc:picChg chg="mod ord modCrop">
          <ac:chgData name="Kaung Nyi Naing" userId="5a99cc02-cb89-4ca5-b1ec-1f82f4f974cc" providerId="ADAL" clId="{38D6FE23-4415-44DB-9B99-5C09F2291F92}" dt="2026-03-06T19:44:36.631" v="1521" actId="26606"/>
          <ac:picMkLst>
            <pc:docMk/>
            <pc:sldMk cId="783867445" sldId="260"/>
            <ac:picMk id="6" creationId="{F7E822F0-9BC7-3701-EEDF-441DFD6E3E18}"/>
          </ac:picMkLst>
        </pc:picChg>
        <pc:cxnChg chg="del">
          <ac:chgData name="Kaung Nyi Naing" userId="5a99cc02-cb89-4ca5-b1ec-1f82f4f974cc" providerId="ADAL" clId="{38D6FE23-4415-44DB-9B99-5C09F2291F92}" dt="2026-03-06T19:44:52.653" v="1523" actId="26606"/>
          <ac:cxnSpMkLst>
            <pc:docMk/>
            <pc:sldMk cId="783867445" sldId="260"/>
            <ac:cxnSpMk id="27" creationId="{6CF1BAF6-AD41-4082-B212-8A1F9A2E8779}"/>
          </ac:cxnSpMkLst>
        </pc:cxnChg>
        <pc:cxnChg chg="add">
          <ac:chgData name="Kaung Nyi Naing" userId="5a99cc02-cb89-4ca5-b1ec-1f82f4f974cc" providerId="ADAL" clId="{38D6FE23-4415-44DB-9B99-5C09F2291F92}" dt="2026-03-06T19:44:52.653" v="1523" actId="26606"/>
          <ac:cxnSpMkLst>
            <pc:docMk/>
            <pc:sldMk cId="783867445" sldId="260"/>
            <ac:cxnSpMk id="41" creationId="{6CF1BAF6-AD41-4082-B212-8A1F9A2E8779}"/>
          </ac:cxnSpMkLst>
        </pc:cxnChg>
      </pc:sldChg>
      <pc:sldChg chg="addSp modSp mod setBg">
        <pc:chgData name="Kaung Nyi Naing" userId="5a99cc02-cb89-4ca5-b1ec-1f82f4f974cc" providerId="ADAL" clId="{38D6FE23-4415-44DB-9B99-5C09F2291F92}" dt="2026-03-06T19:36:57.049" v="1456"/>
        <pc:sldMkLst>
          <pc:docMk/>
          <pc:sldMk cId="2156346351" sldId="261"/>
        </pc:sldMkLst>
        <pc:spChg chg="mod">
          <ac:chgData name="Kaung Nyi Naing" userId="5a99cc02-cb89-4ca5-b1ec-1f82f4f974cc" providerId="ADAL" clId="{38D6FE23-4415-44DB-9B99-5C09F2291F92}" dt="2026-03-06T06:50:14.138" v="1223" actId="26606"/>
          <ac:spMkLst>
            <pc:docMk/>
            <pc:sldMk cId="2156346351" sldId="261"/>
            <ac:spMk id="2" creationId="{D4E85203-ADD3-A7A8-825C-25E8E4DFB17A}"/>
          </ac:spMkLst>
        </pc:spChg>
        <pc:spChg chg="mod">
          <ac:chgData name="Kaung Nyi Naing" userId="5a99cc02-cb89-4ca5-b1ec-1f82f4f974cc" providerId="ADAL" clId="{38D6FE23-4415-44DB-9B99-5C09F2291F92}" dt="2026-03-06T06:50:14.138" v="1223" actId="26606"/>
          <ac:spMkLst>
            <pc:docMk/>
            <pc:sldMk cId="2156346351" sldId="261"/>
            <ac:spMk id="3" creationId="{AC54BD91-5103-2AA0-9A29-76D692A57709}"/>
          </ac:spMkLst>
        </pc:spChg>
        <pc:spChg chg="add">
          <ac:chgData name="Kaung Nyi Naing" userId="5a99cc02-cb89-4ca5-b1ec-1f82f4f974cc" providerId="ADAL" clId="{38D6FE23-4415-44DB-9B99-5C09F2291F92}" dt="2026-03-06T06:50:14.138" v="1223" actId="26606"/>
          <ac:spMkLst>
            <pc:docMk/>
            <pc:sldMk cId="2156346351" sldId="261"/>
            <ac:spMk id="10" creationId="{149FB5C3-7336-4FE0-A30C-CC0A3646D499}"/>
          </ac:spMkLst>
        </pc:spChg>
        <pc:spChg chg="add">
          <ac:chgData name="Kaung Nyi Naing" userId="5a99cc02-cb89-4ca5-b1ec-1f82f4f974cc" providerId="ADAL" clId="{38D6FE23-4415-44DB-9B99-5C09F2291F92}" dt="2026-03-06T06:50:14.138" v="1223" actId="26606"/>
          <ac:spMkLst>
            <pc:docMk/>
            <pc:sldMk cId="2156346351" sldId="261"/>
            <ac:spMk id="16" creationId="{0DA909B4-15FF-46A6-8A7F-7AEF977FE9ED}"/>
          </ac:spMkLst>
        </pc:spChg>
        <pc:spChg chg="add">
          <ac:chgData name="Kaung Nyi Naing" userId="5a99cc02-cb89-4ca5-b1ec-1f82f4f974cc" providerId="ADAL" clId="{38D6FE23-4415-44DB-9B99-5C09F2291F92}" dt="2026-03-06T06:50:14.138" v="1223" actId="26606"/>
          <ac:spMkLst>
            <pc:docMk/>
            <pc:sldMk cId="2156346351" sldId="261"/>
            <ac:spMk id="18" creationId="{1382A32C-5B0C-4B1C-A074-76C6DBCC9F87}"/>
          </ac:spMkLst>
        </pc:spChg>
        <pc:grpChg chg="add">
          <ac:chgData name="Kaung Nyi Naing" userId="5a99cc02-cb89-4ca5-b1ec-1f82f4f974cc" providerId="ADAL" clId="{38D6FE23-4415-44DB-9B99-5C09F2291F92}" dt="2026-03-06T06:50:14.138" v="1223" actId="26606"/>
          <ac:grpSpMkLst>
            <pc:docMk/>
            <pc:sldMk cId="2156346351" sldId="261"/>
            <ac:grpSpMk id="12" creationId="{19A6B5CE-CB1D-48EE-8B43-E952235C8371}"/>
          </ac:grpSpMkLst>
        </pc:grpChg>
        <pc:picChg chg="mod ord">
          <ac:chgData name="Kaung Nyi Naing" userId="5a99cc02-cb89-4ca5-b1ec-1f82f4f974cc" providerId="ADAL" clId="{38D6FE23-4415-44DB-9B99-5C09F2291F92}" dt="2026-03-06T06:50:14.138" v="1223" actId="26606"/>
          <ac:picMkLst>
            <pc:docMk/>
            <pc:sldMk cId="2156346351" sldId="261"/>
            <ac:picMk id="4" creationId="{204866C4-0F4E-6B54-8F29-CF591011D2F2}"/>
          </ac:picMkLst>
        </pc:picChg>
        <pc:picChg chg="mod">
          <ac:chgData name="Kaung Nyi Naing" userId="5a99cc02-cb89-4ca5-b1ec-1f82f4f974cc" providerId="ADAL" clId="{38D6FE23-4415-44DB-9B99-5C09F2291F92}" dt="2026-03-06T06:50:14.138" v="1223" actId="26606"/>
          <ac:picMkLst>
            <pc:docMk/>
            <pc:sldMk cId="2156346351" sldId="261"/>
            <ac:picMk id="5" creationId="{737D289B-2A55-DCA9-9704-C552DE09E599}"/>
          </ac:picMkLst>
        </pc:picChg>
      </pc:sldChg>
      <pc:sldChg chg="addSp modSp mod setBg">
        <pc:chgData name="Kaung Nyi Naing" userId="5a99cc02-cb89-4ca5-b1ec-1f82f4f974cc" providerId="ADAL" clId="{38D6FE23-4415-44DB-9B99-5C09F2291F92}" dt="2026-03-06T19:51:25.771" v="1587" actId="171"/>
        <pc:sldMkLst>
          <pc:docMk/>
          <pc:sldMk cId="464883383" sldId="262"/>
        </pc:sldMkLst>
        <pc:spChg chg="mod">
          <ac:chgData name="Kaung Nyi Naing" userId="5a99cc02-cb89-4ca5-b1ec-1f82f4f974cc" providerId="ADAL" clId="{38D6FE23-4415-44DB-9B99-5C09F2291F92}" dt="2026-03-06T06:53:41.536" v="1305" actId="26606"/>
          <ac:spMkLst>
            <pc:docMk/>
            <pc:sldMk cId="464883383" sldId="262"/>
            <ac:spMk id="2" creationId="{F47189A5-8DB9-0FAC-AFE9-2AC7861C27BC}"/>
          </ac:spMkLst>
        </pc:spChg>
        <pc:spChg chg="add mod ord">
          <ac:chgData name="Kaung Nyi Naing" userId="5a99cc02-cb89-4ca5-b1ec-1f82f4f974cc" providerId="ADAL" clId="{38D6FE23-4415-44DB-9B99-5C09F2291F92}" dt="2026-03-06T19:51:25.771" v="1587" actId="171"/>
          <ac:spMkLst>
            <pc:docMk/>
            <pc:sldMk cId="464883383" sldId="262"/>
            <ac:spMk id="3" creationId="{62A4A455-976B-BBA5-1FCC-7B7D316E7444}"/>
          </ac:spMkLst>
        </pc:spChg>
        <pc:spChg chg="add">
          <ac:chgData name="Kaung Nyi Naing" userId="5a99cc02-cb89-4ca5-b1ec-1f82f4f974cc" providerId="ADAL" clId="{38D6FE23-4415-44DB-9B99-5C09F2291F92}" dt="2026-03-06T06:53:41.536" v="1305" actId="26606"/>
          <ac:spMkLst>
            <pc:docMk/>
            <pc:sldMk cId="464883383" sldId="262"/>
            <ac:spMk id="12" creationId="{C4879EFC-8E62-4E00-973C-C45EE9EC676D}"/>
          </ac:spMkLst>
        </pc:spChg>
        <pc:spChg chg="add">
          <ac:chgData name="Kaung Nyi Naing" userId="5a99cc02-cb89-4ca5-b1ec-1f82f4f974cc" providerId="ADAL" clId="{38D6FE23-4415-44DB-9B99-5C09F2291F92}" dt="2026-03-06T06:53:41.536" v="1305" actId="26606"/>
          <ac:spMkLst>
            <pc:docMk/>
            <pc:sldMk cId="464883383" sldId="262"/>
            <ac:spMk id="14" creationId="{D6A9C53F-5F90-40A5-8C85-5412D39C8C68}"/>
          </ac:spMkLst>
        </pc:spChg>
        <pc:picChg chg="mod ord">
          <ac:chgData name="Kaung Nyi Naing" userId="5a99cc02-cb89-4ca5-b1ec-1f82f4f974cc" providerId="ADAL" clId="{38D6FE23-4415-44DB-9B99-5C09F2291F92}" dt="2026-03-06T06:53:41.536" v="1305" actId="26606"/>
          <ac:picMkLst>
            <pc:docMk/>
            <pc:sldMk cId="464883383" sldId="262"/>
            <ac:picMk id="6" creationId="{C550AD97-3311-9FD8-AE41-C541F41EB31D}"/>
          </ac:picMkLst>
        </pc:picChg>
        <pc:picChg chg="mod">
          <ac:chgData name="Kaung Nyi Naing" userId="5a99cc02-cb89-4ca5-b1ec-1f82f4f974cc" providerId="ADAL" clId="{38D6FE23-4415-44DB-9B99-5C09F2291F92}" dt="2026-03-06T06:53:41.536" v="1305" actId="26606"/>
          <ac:picMkLst>
            <pc:docMk/>
            <pc:sldMk cId="464883383" sldId="262"/>
            <ac:picMk id="7" creationId="{0C1ECB9C-2624-71BF-70EA-1F69CE1EB032}"/>
          </ac:picMkLst>
        </pc:picChg>
      </pc:sldChg>
      <pc:sldChg chg="addSp modSp new mod setBg">
        <pc:chgData name="Kaung Nyi Naing" userId="5a99cc02-cb89-4ca5-b1ec-1f82f4f974cc" providerId="ADAL" clId="{38D6FE23-4415-44DB-9B99-5C09F2291F92}" dt="2026-03-06T19:36:57.049" v="1456"/>
        <pc:sldMkLst>
          <pc:docMk/>
          <pc:sldMk cId="1307048061" sldId="263"/>
        </pc:sldMkLst>
        <pc:spChg chg="mod">
          <ac:chgData name="Kaung Nyi Naing" userId="5a99cc02-cb89-4ca5-b1ec-1f82f4f974cc" providerId="ADAL" clId="{38D6FE23-4415-44DB-9B99-5C09F2291F92}" dt="2026-03-06T06:53:56.777" v="1307" actId="26606"/>
          <ac:spMkLst>
            <pc:docMk/>
            <pc:sldMk cId="1307048061" sldId="263"/>
            <ac:spMk id="2" creationId="{25A6BD14-56B1-4493-C293-F5537CDD6D76}"/>
          </ac:spMkLst>
        </pc:spChg>
        <pc:spChg chg="mod">
          <ac:chgData name="Kaung Nyi Naing" userId="5a99cc02-cb89-4ca5-b1ec-1f82f4f974cc" providerId="ADAL" clId="{38D6FE23-4415-44DB-9B99-5C09F2291F92}" dt="2026-03-06T06:53:56.777" v="1307" actId="26606"/>
          <ac:spMkLst>
            <pc:docMk/>
            <pc:sldMk cId="1307048061" sldId="263"/>
            <ac:spMk id="3" creationId="{A1E481B9-5F84-CD64-434E-053A74AC77CD}"/>
          </ac:spMkLst>
        </pc:spChg>
        <pc:spChg chg="add">
          <ac:chgData name="Kaung Nyi Naing" userId="5a99cc02-cb89-4ca5-b1ec-1f82f4f974cc" providerId="ADAL" clId="{38D6FE23-4415-44DB-9B99-5C09F2291F92}" dt="2026-03-06T06:53:56.777" v="1307" actId="26606"/>
          <ac:spMkLst>
            <pc:docMk/>
            <pc:sldMk cId="1307048061" sldId="263"/>
            <ac:spMk id="8" creationId="{4522B21E-B2B9-4C72-9A71-C87EFD137480}"/>
          </ac:spMkLst>
        </pc:spChg>
        <pc:spChg chg="add">
          <ac:chgData name="Kaung Nyi Naing" userId="5a99cc02-cb89-4ca5-b1ec-1f82f4f974cc" providerId="ADAL" clId="{38D6FE23-4415-44DB-9B99-5C09F2291F92}" dt="2026-03-06T06:53:56.777" v="1307" actId="26606"/>
          <ac:spMkLst>
            <pc:docMk/>
            <pc:sldMk cId="1307048061" sldId="263"/>
            <ac:spMk id="10" creationId="{5EB7D2A2-F448-44D4-938C-DC84CBCB3B1E}"/>
          </ac:spMkLst>
        </pc:spChg>
        <pc:spChg chg="add">
          <ac:chgData name="Kaung Nyi Naing" userId="5a99cc02-cb89-4ca5-b1ec-1f82f4f974cc" providerId="ADAL" clId="{38D6FE23-4415-44DB-9B99-5C09F2291F92}" dt="2026-03-06T06:53:56.777" v="1307" actId="26606"/>
          <ac:spMkLst>
            <pc:docMk/>
            <pc:sldMk cId="1307048061" sldId="263"/>
            <ac:spMk id="12" creationId="{871AEA07-1E14-44B4-8E55-64EF049CD66F}"/>
          </ac:spMkLst>
        </pc:spChg>
        <pc:cxnChg chg="add">
          <ac:chgData name="Kaung Nyi Naing" userId="5a99cc02-cb89-4ca5-b1ec-1f82f4f974cc" providerId="ADAL" clId="{38D6FE23-4415-44DB-9B99-5C09F2291F92}" dt="2026-03-06T06:53:56.777" v="1307" actId="26606"/>
          <ac:cxnSpMkLst>
            <pc:docMk/>
            <pc:sldMk cId="1307048061" sldId="263"/>
            <ac:cxnSpMk id="14" creationId="{F7C8EA93-3210-4C62-99E9-153C275E3A87}"/>
          </ac:cxnSpMkLst>
        </pc:cxnChg>
      </pc:sldChg>
      <pc:sldChg chg="addSp modSp new mod setBg">
        <pc:chgData name="Kaung Nyi Naing" userId="5a99cc02-cb89-4ca5-b1ec-1f82f4f974cc" providerId="ADAL" clId="{38D6FE23-4415-44DB-9B99-5C09F2291F92}" dt="2026-03-06T19:51:57.199" v="1594" actId="14100"/>
        <pc:sldMkLst>
          <pc:docMk/>
          <pc:sldMk cId="987459789" sldId="264"/>
        </pc:sldMkLst>
        <pc:spChg chg="mod">
          <ac:chgData name="Kaung Nyi Naing" userId="5a99cc02-cb89-4ca5-b1ec-1f82f4f974cc" providerId="ADAL" clId="{38D6FE23-4415-44DB-9B99-5C09F2291F92}" dt="2026-03-06T06:53:50.746" v="1306" actId="26606"/>
          <ac:spMkLst>
            <pc:docMk/>
            <pc:sldMk cId="987459789" sldId="264"/>
            <ac:spMk id="2" creationId="{8EBF0BB0-096F-E5B1-09A5-B57C2D99AF69}"/>
          </ac:spMkLst>
        </pc:spChg>
        <pc:spChg chg="mod">
          <ac:chgData name="Kaung Nyi Naing" userId="5a99cc02-cb89-4ca5-b1ec-1f82f4f974cc" providerId="ADAL" clId="{38D6FE23-4415-44DB-9B99-5C09F2291F92}" dt="2026-03-06T19:51:57.199" v="1594" actId="14100"/>
          <ac:spMkLst>
            <pc:docMk/>
            <pc:sldMk cId="987459789" sldId="264"/>
            <ac:spMk id="3" creationId="{9460E459-A6E5-A227-7974-F93D7642A902}"/>
          </ac:spMkLst>
        </pc:spChg>
        <pc:spChg chg="add mod ord">
          <ac:chgData name="Kaung Nyi Naing" userId="5a99cc02-cb89-4ca5-b1ec-1f82f4f974cc" providerId="ADAL" clId="{38D6FE23-4415-44DB-9B99-5C09F2291F92}" dt="2026-03-06T19:51:47.505" v="1592" actId="171"/>
          <ac:spMkLst>
            <pc:docMk/>
            <pc:sldMk cId="987459789" sldId="264"/>
            <ac:spMk id="4" creationId="{0B9FB95B-49A7-551E-5184-17AD5AD6319A}"/>
          </ac:spMkLst>
        </pc:spChg>
        <pc:spChg chg="add">
          <ac:chgData name="Kaung Nyi Naing" userId="5a99cc02-cb89-4ca5-b1ec-1f82f4f974cc" providerId="ADAL" clId="{38D6FE23-4415-44DB-9B99-5C09F2291F92}" dt="2026-03-06T06:53:50.746" v="1306" actId="26606"/>
          <ac:spMkLst>
            <pc:docMk/>
            <pc:sldMk cId="987459789" sldId="264"/>
            <ac:spMk id="8" creationId="{B6CDA21F-E7AF-4C75-8395-33F58D5B0E45}"/>
          </ac:spMkLst>
        </pc:spChg>
        <pc:spChg chg="add">
          <ac:chgData name="Kaung Nyi Naing" userId="5a99cc02-cb89-4ca5-b1ec-1f82f4f974cc" providerId="ADAL" clId="{38D6FE23-4415-44DB-9B99-5C09F2291F92}" dt="2026-03-06T06:53:50.746" v="1306" actId="26606"/>
          <ac:spMkLst>
            <pc:docMk/>
            <pc:sldMk cId="987459789" sldId="264"/>
            <ac:spMk id="15" creationId="{D5B0017B-2ECA-49AF-B397-DC140825DF8D}"/>
          </ac:spMkLst>
        </pc:spChg>
        <pc:grpChg chg="add">
          <ac:chgData name="Kaung Nyi Naing" userId="5a99cc02-cb89-4ca5-b1ec-1f82f4f974cc" providerId="ADAL" clId="{38D6FE23-4415-44DB-9B99-5C09F2291F92}" dt="2026-03-06T06:53:50.746" v="1306" actId="26606"/>
          <ac:grpSpMkLst>
            <pc:docMk/>
            <pc:sldMk cId="987459789" sldId="264"/>
            <ac:grpSpMk id="10" creationId="{AE1C45F0-260A-458C-96ED-C1F6D2151219}"/>
          </ac:grpSpMkLst>
        </pc:grpChg>
        <pc:cxnChg chg="add">
          <ac:chgData name="Kaung Nyi Naing" userId="5a99cc02-cb89-4ca5-b1ec-1f82f4f974cc" providerId="ADAL" clId="{38D6FE23-4415-44DB-9B99-5C09F2291F92}" dt="2026-03-06T06:53:50.746" v="1306" actId="26606"/>
          <ac:cxnSpMkLst>
            <pc:docMk/>
            <pc:sldMk cId="987459789" sldId="264"/>
            <ac:cxnSpMk id="17" creationId="{6CF1BAF6-AD41-4082-B212-8A1F9A2E8779}"/>
          </ac:cxnSpMkLst>
        </pc:cxnChg>
      </pc:sldChg>
      <pc:sldChg chg="addSp delSp modSp new mod setBg delDesignElem chgLayout">
        <pc:chgData name="Kaung Nyi Naing" userId="5a99cc02-cb89-4ca5-b1ec-1f82f4f974cc" providerId="ADAL" clId="{38D6FE23-4415-44DB-9B99-5C09F2291F92}" dt="2026-03-06T19:48:07.944" v="1543" actId="6264"/>
        <pc:sldMkLst>
          <pc:docMk/>
          <pc:sldMk cId="3494885687" sldId="265"/>
        </pc:sldMkLst>
        <pc:spChg chg="mod ord">
          <ac:chgData name="Kaung Nyi Naing" userId="5a99cc02-cb89-4ca5-b1ec-1f82f4f974cc" providerId="ADAL" clId="{38D6FE23-4415-44DB-9B99-5C09F2291F92}" dt="2026-03-06T19:48:07.944" v="1543" actId="6264"/>
          <ac:spMkLst>
            <pc:docMk/>
            <pc:sldMk cId="3494885687" sldId="265"/>
            <ac:spMk id="2" creationId="{524EA346-4BD7-2077-AD36-25A4724A96E2}"/>
          </ac:spMkLst>
        </pc:spChg>
        <pc:spChg chg="mod ord">
          <ac:chgData name="Kaung Nyi Naing" userId="5a99cc02-cb89-4ca5-b1ec-1f82f4f974cc" providerId="ADAL" clId="{38D6FE23-4415-44DB-9B99-5C09F2291F92}" dt="2026-03-06T19:48:07.944" v="1543" actId="6264"/>
          <ac:spMkLst>
            <pc:docMk/>
            <pc:sldMk cId="3494885687" sldId="265"/>
            <ac:spMk id="3" creationId="{0BEDA8CB-745B-D923-92EF-65FE8AF01F0C}"/>
          </ac:spMkLst>
        </pc:spChg>
        <pc:spChg chg="add mod ord">
          <ac:chgData name="Kaung Nyi Naing" userId="5a99cc02-cb89-4ca5-b1ec-1f82f4f974cc" providerId="ADAL" clId="{38D6FE23-4415-44DB-9B99-5C09F2291F92}" dt="2026-03-06T19:47:29.579" v="1541" actId="171"/>
          <ac:spMkLst>
            <pc:docMk/>
            <pc:sldMk cId="3494885687" sldId="265"/>
            <ac:spMk id="4" creationId="{B7ECEE6E-3904-3BE7-0548-3A958CDD649B}"/>
          </ac:spMkLst>
        </pc:spChg>
        <pc:spChg chg="add del mod">
          <ac:chgData name="Kaung Nyi Naing" userId="5a99cc02-cb89-4ca5-b1ec-1f82f4f974cc" providerId="ADAL" clId="{38D6FE23-4415-44DB-9B99-5C09F2291F92}" dt="2026-03-06T19:48:07.944" v="1543" actId="6264"/>
          <ac:spMkLst>
            <pc:docMk/>
            <pc:sldMk cId="3494885687" sldId="265"/>
            <ac:spMk id="5" creationId="{A20BA37A-AD9B-7033-D9C2-8D0776588EBA}"/>
          </ac:spMkLst>
        </pc:spChg>
        <pc:spChg chg="add del mod">
          <ac:chgData name="Kaung Nyi Naing" userId="5a99cc02-cb89-4ca5-b1ec-1f82f4f974cc" providerId="ADAL" clId="{38D6FE23-4415-44DB-9B99-5C09F2291F92}" dt="2026-03-06T19:48:07.944" v="1543" actId="6264"/>
          <ac:spMkLst>
            <pc:docMk/>
            <pc:sldMk cId="3494885687" sldId="265"/>
            <ac:spMk id="6" creationId="{88D5846E-E436-38A8-F89B-4AF98CA84426}"/>
          </ac:spMkLst>
        </pc:spChg>
        <pc:spChg chg="add del">
          <ac:chgData name="Kaung Nyi Naing" userId="5a99cc02-cb89-4ca5-b1ec-1f82f4f974cc" providerId="ADAL" clId="{38D6FE23-4415-44DB-9B99-5C09F2291F92}" dt="2026-03-06T06:49:43.427" v="1221" actId="26606"/>
          <ac:spMkLst>
            <pc:docMk/>
            <pc:sldMk cId="3494885687" sldId="265"/>
            <ac:spMk id="16" creationId="{66E48AFA-8884-4F68-A44F-D2C1E8609C5A}"/>
          </ac:spMkLst>
        </pc:spChg>
        <pc:spChg chg="add del">
          <ac:chgData name="Kaung Nyi Naing" userId="5a99cc02-cb89-4ca5-b1ec-1f82f4f974cc" providerId="ADAL" clId="{38D6FE23-4415-44DB-9B99-5C09F2291F92}" dt="2026-03-06T06:49:43.427" v="1221" actId="26606"/>
          <ac:spMkLst>
            <pc:docMk/>
            <pc:sldMk cId="3494885687" sldId="265"/>
            <ac:spMk id="18" creationId="{969D19A6-08CB-498C-93EC-3FFB021FC68A}"/>
          </ac:spMkLst>
        </pc:spChg>
        <pc:spChg chg="add del">
          <ac:chgData name="Kaung Nyi Naing" userId="5a99cc02-cb89-4ca5-b1ec-1f82f4f974cc" providerId="ADAL" clId="{38D6FE23-4415-44DB-9B99-5C09F2291F92}" dt="2026-03-06T19:46:49.016" v="1534" actId="26606"/>
          <ac:spMkLst>
            <pc:docMk/>
            <pc:sldMk cId="3494885687" sldId="265"/>
            <ac:spMk id="23" creationId="{32AEEBC8-9D30-42EF-95F2-386C2653FBF0}"/>
          </ac:spMkLst>
        </pc:spChg>
        <pc:spChg chg="add del">
          <ac:chgData name="Kaung Nyi Naing" userId="5a99cc02-cb89-4ca5-b1ec-1f82f4f974cc" providerId="ADAL" clId="{38D6FE23-4415-44DB-9B99-5C09F2291F92}" dt="2026-03-06T19:46:49.016" v="1534" actId="26606"/>
          <ac:spMkLst>
            <pc:docMk/>
            <pc:sldMk cId="3494885687" sldId="265"/>
            <ac:spMk id="25" creationId="{2E92FA66-67D7-4CB4-94D3-E643A9AD4757}"/>
          </ac:spMkLst>
        </pc:spChg>
        <pc:spChg chg="add del">
          <ac:chgData name="Kaung Nyi Naing" userId="5a99cc02-cb89-4ca5-b1ec-1f82f4f974cc" providerId="ADAL" clId="{38D6FE23-4415-44DB-9B99-5C09F2291F92}" dt="2026-03-06T19:48:07.944" v="1543" actId="6264"/>
          <ac:spMkLst>
            <pc:docMk/>
            <pc:sldMk cId="3494885687" sldId="265"/>
            <ac:spMk id="30" creationId="{66E48AFA-8884-4F68-A44F-D2C1E8609C5A}"/>
          </ac:spMkLst>
        </pc:spChg>
        <pc:spChg chg="add del">
          <ac:chgData name="Kaung Nyi Naing" userId="5a99cc02-cb89-4ca5-b1ec-1f82f4f974cc" providerId="ADAL" clId="{38D6FE23-4415-44DB-9B99-5C09F2291F92}" dt="2026-03-06T19:48:07.944" v="1543" actId="6264"/>
          <ac:spMkLst>
            <pc:docMk/>
            <pc:sldMk cId="3494885687" sldId="265"/>
            <ac:spMk id="32" creationId="{969D19A6-08CB-498C-93EC-3FFB021FC68A}"/>
          </ac:spMkLst>
        </pc:spChg>
        <pc:picChg chg="add del">
          <ac:chgData name="Kaung Nyi Naing" userId="5a99cc02-cb89-4ca5-b1ec-1f82f4f974cc" providerId="ADAL" clId="{38D6FE23-4415-44DB-9B99-5C09F2291F92}" dt="2026-03-06T06:42:32.474" v="1100" actId="21"/>
          <ac:picMkLst>
            <pc:docMk/>
            <pc:sldMk cId="3494885687" sldId="265"/>
            <ac:picMk id="5" creationId="{19453361-843A-5FAF-9C2A-90DD90EA050D}"/>
          </ac:picMkLst>
        </pc:picChg>
        <pc:picChg chg="add del mod">
          <ac:chgData name="Kaung Nyi Naing" userId="5a99cc02-cb89-4ca5-b1ec-1f82f4f974cc" providerId="ADAL" clId="{38D6FE23-4415-44DB-9B99-5C09F2291F92}" dt="2026-03-06T06:43:44.623" v="1107" actId="478"/>
          <ac:picMkLst>
            <pc:docMk/>
            <pc:sldMk cId="3494885687" sldId="265"/>
            <ac:picMk id="7" creationId="{EB4D0FC8-B839-C867-2137-BBFEC0FDF7D4}"/>
          </ac:picMkLst>
        </pc:picChg>
        <pc:picChg chg="add del mod">
          <ac:chgData name="Kaung Nyi Naing" userId="5a99cc02-cb89-4ca5-b1ec-1f82f4f974cc" providerId="ADAL" clId="{38D6FE23-4415-44DB-9B99-5C09F2291F92}" dt="2026-03-06T06:44:53.270" v="1114" actId="478"/>
          <ac:picMkLst>
            <pc:docMk/>
            <pc:sldMk cId="3494885687" sldId="265"/>
            <ac:picMk id="9" creationId="{3CB3F94A-F829-6EB4-24A0-7AB6DB449D5A}"/>
          </ac:picMkLst>
        </pc:picChg>
        <pc:picChg chg="add mod ord">
          <ac:chgData name="Kaung Nyi Naing" userId="5a99cc02-cb89-4ca5-b1ec-1f82f4f974cc" providerId="ADAL" clId="{38D6FE23-4415-44DB-9B99-5C09F2291F92}" dt="2026-03-06T19:46:49.016" v="1534" actId="26606"/>
          <ac:picMkLst>
            <pc:docMk/>
            <pc:sldMk cId="3494885687" sldId="265"/>
            <ac:picMk id="11" creationId="{9C06539E-E0BD-AA45-F1B2-24321EE6EC3D}"/>
          </ac:picMkLst>
        </pc:picChg>
      </pc:sldChg>
      <pc:sldChg chg="addSp delSp modSp new mod setBg">
        <pc:chgData name="Kaung Nyi Naing" userId="5a99cc02-cb89-4ca5-b1ec-1f82f4f974cc" providerId="ADAL" clId="{38D6FE23-4415-44DB-9B99-5C09F2291F92}" dt="2026-03-06T19:50:47.013" v="1581" actId="1076"/>
        <pc:sldMkLst>
          <pc:docMk/>
          <pc:sldMk cId="35257016" sldId="266"/>
        </pc:sldMkLst>
        <pc:spChg chg="mod ord">
          <ac:chgData name="Kaung Nyi Naing" userId="5a99cc02-cb89-4ca5-b1ec-1f82f4f974cc" providerId="ADAL" clId="{38D6FE23-4415-44DB-9B99-5C09F2291F92}" dt="2026-03-06T19:41:56.118" v="1501" actId="14100"/>
          <ac:spMkLst>
            <pc:docMk/>
            <pc:sldMk cId="35257016" sldId="266"/>
            <ac:spMk id="2" creationId="{B419A6DD-318D-944E-CF06-D17DB0647DC4}"/>
          </ac:spMkLst>
        </pc:spChg>
        <pc:spChg chg="add mod ord">
          <ac:chgData name="Kaung Nyi Naing" userId="5a99cc02-cb89-4ca5-b1ec-1f82f4f974cc" providerId="ADAL" clId="{38D6FE23-4415-44DB-9B99-5C09F2291F92}" dt="2026-03-06T19:42:00.950" v="1502" actId="14100"/>
          <ac:spMkLst>
            <pc:docMk/>
            <pc:sldMk cId="35257016" sldId="266"/>
            <ac:spMk id="3" creationId="{1458899A-06C4-8E90-3527-3EFA988F0BD1}"/>
          </ac:spMkLst>
        </pc:spChg>
        <pc:spChg chg="del">
          <ac:chgData name="Kaung Nyi Naing" userId="5a99cc02-cb89-4ca5-b1ec-1f82f4f974cc" providerId="ADAL" clId="{38D6FE23-4415-44DB-9B99-5C09F2291F92}" dt="2026-03-06T06:42:57.848" v="1102"/>
          <ac:spMkLst>
            <pc:docMk/>
            <pc:sldMk cId="35257016" sldId="266"/>
            <ac:spMk id="3" creationId="{BCFF8D9E-60A3-84AC-B259-08D8B39A0C3E}"/>
          </ac:spMkLst>
        </pc:spChg>
        <pc:spChg chg="add mod ord">
          <ac:chgData name="Kaung Nyi Naing" userId="5a99cc02-cb89-4ca5-b1ec-1f82f4f974cc" providerId="ADAL" clId="{38D6FE23-4415-44DB-9B99-5C09F2291F92}" dt="2026-03-06T19:50:47.013" v="1581" actId="1076"/>
          <ac:spMkLst>
            <pc:docMk/>
            <pc:sldMk cId="35257016" sldId="266"/>
            <ac:spMk id="4" creationId="{F7E04CD1-2674-2893-B401-9DA8242B52E0}"/>
          </ac:spMkLst>
        </pc:spChg>
        <pc:spChg chg="add del">
          <ac:chgData name="Kaung Nyi Naing" userId="5a99cc02-cb89-4ca5-b1ec-1f82f4f974cc" providerId="ADAL" clId="{38D6FE23-4415-44DB-9B99-5C09F2291F92}" dt="2026-03-06T06:50:49.915" v="1232" actId="26606"/>
          <ac:spMkLst>
            <pc:docMk/>
            <pc:sldMk cId="35257016" sldId="266"/>
            <ac:spMk id="7" creationId="{DFCA2118-59A2-4310-A4B2-F2CBA821E842}"/>
          </ac:spMkLst>
        </pc:spChg>
        <pc:spChg chg="add del">
          <ac:chgData name="Kaung Nyi Naing" userId="5a99cc02-cb89-4ca5-b1ec-1f82f4f974cc" providerId="ADAL" clId="{38D6FE23-4415-44DB-9B99-5C09F2291F92}" dt="2026-03-06T06:47:56.569" v="1208" actId="26606"/>
          <ac:spMkLst>
            <pc:docMk/>
            <pc:sldMk cId="35257016" sldId="266"/>
            <ac:spMk id="9" creationId="{DF99754E-1E20-D4E9-0F96-4021C6974632}"/>
          </ac:spMkLst>
        </pc:spChg>
        <pc:spChg chg="add del">
          <ac:chgData name="Kaung Nyi Naing" userId="5a99cc02-cb89-4ca5-b1ec-1f82f4f974cc" providerId="ADAL" clId="{38D6FE23-4415-44DB-9B99-5C09F2291F92}" dt="2026-03-06T06:50:49.915" v="1232" actId="26606"/>
          <ac:spMkLst>
            <pc:docMk/>
            <pc:sldMk cId="35257016" sldId="266"/>
            <ac:spMk id="10" creationId="{0E91F5CA-B392-444C-88E3-BF5BAAEBDEB0}"/>
          </ac:spMkLst>
        </pc:spChg>
        <pc:spChg chg="add del">
          <ac:chgData name="Kaung Nyi Naing" userId="5a99cc02-cb89-4ca5-b1ec-1f82f4f974cc" providerId="ADAL" clId="{38D6FE23-4415-44DB-9B99-5C09F2291F92}" dt="2026-03-06T06:47:56.569" v="1208" actId="26606"/>
          <ac:spMkLst>
            <pc:docMk/>
            <pc:sldMk cId="35257016" sldId="266"/>
            <ac:spMk id="12" creationId="{058A14AF-9FB5-4CC7-BA35-E8E85D3EDF0E}"/>
          </ac:spMkLst>
        </pc:spChg>
        <pc:spChg chg="add del">
          <ac:chgData name="Kaung Nyi Naing" userId="5a99cc02-cb89-4ca5-b1ec-1f82f4f974cc" providerId="ADAL" clId="{38D6FE23-4415-44DB-9B99-5C09F2291F92}" dt="2026-03-06T06:50:53.701" v="1233" actId="478"/>
          <ac:spMkLst>
            <pc:docMk/>
            <pc:sldMk cId="35257016" sldId="266"/>
            <ac:spMk id="13" creationId="{16B936A9-A9FE-50A4-8B46-418EB685CA5E}"/>
          </ac:spMkLst>
        </pc:spChg>
        <pc:spChg chg="add del">
          <ac:chgData name="Kaung Nyi Naing" userId="5a99cc02-cb89-4ca5-b1ec-1f82f4f974cc" providerId="ADAL" clId="{38D6FE23-4415-44DB-9B99-5C09F2291F92}" dt="2026-03-06T06:47:56.569" v="1208" actId="26606"/>
          <ac:spMkLst>
            <pc:docMk/>
            <pc:sldMk cId="35257016" sldId="266"/>
            <ac:spMk id="14" creationId="{3A9A4357-BD1D-4622-A4FE-766E6AB8DE84}"/>
          </ac:spMkLst>
        </pc:spChg>
        <pc:spChg chg="add del">
          <ac:chgData name="Kaung Nyi Naing" userId="5a99cc02-cb89-4ca5-b1ec-1f82f4f974cc" providerId="ADAL" clId="{38D6FE23-4415-44DB-9B99-5C09F2291F92}" dt="2026-03-06T06:47:56.569" v="1208" actId="26606"/>
          <ac:spMkLst>
            <pc:docMk/>
            <pc:sldMk cId="35257016" sldId="266"/>
            <ac:spMk id="16" creationId="{E659831F-0D9A-4C63-9EBB-8435B85A440F}"/>
          </ac:spMkLst>
        </pc:spChg>
        <pc:spChg chg="add del">
          <ac:chgData name="Kaung Nyi Naing" userId="5a99cc02-cb89-4ca5-b1ec-1f82f4f974cc" providerId="ADAL" clId="{38D6FE23-4415-44DB-9B99-5C09F2291F92}" dt="2026-03-06T19:40:46.434" v="1488" actId="26606"/>
          <ac:spMkLst>
            <pc:docMk/>
            <pc:sldMk cId="35257016" sldId="266"/>
            <ac:spMk id="17" creationId="{DBC6133C-0615-4CE4-9132-37E609A9BDFA}"/>
          </ac:spMkLst>
        </pc:spChg>
        <pc:spChg chg="add del">
          <ac:chgData name="Kaung Nyi Naing" userId="5a99cc02-cb89-4ca5-b1ec-1f82f4f974cc" providerId="ADAL" clId="{38D6FE23-4415-44DB-9B99-5C09F2291F92}" dt="2026-03-06T06:47:56.569" v="1208" actId="26606"/>
          <ac:spMkLst>
            <pc:docMk/>
            <pc:sldMk cId="35257016" sldId="266"/>
            <ac:spMk id="18" creationId="{E6995CE5-F890-4ABA-82A2-26507CE8D2A3}"/>
          </ac:spMkLst>
        </pc:spChg>
        <pc:spChg chg="add del">
          <ac:chgData name="Kaung Nyi Naing" userId="5a99cc02-cb89-4ca5-b1ec-1f82f4f974cc" providerId="ADAL" clId="{38D6FE23-4415-44DB-9B99-5C09F2291F92}" dt="2026-03-06T19:40:46.434" v="1488" actId="26606"/>
          <ac:spMkLst>
            <pc:docMk/>
            <pc:sldMk cId="35257016" sldId="266"/>
            <ac:spMk id="19" creationId="{169CC832-2974-4E8D-90ED-3E2941BA7336}"/>
          </ac:spMkLst>
        </pc:spChg>
        <pc:spChg chg="add del">
          <ac:chgData name="Kaung Nyi Naing" userId="5a99cc02-cb89-4ca5-b1ec-1f82f4f974cc" providerId="ADAL" clId="{38D6FE23-4415-44DB-9B99-5C09F2291F92}" dt="2026-03-06T19:40:46.434" v="1488" actId="26606"/>
          <ac:spMkLst>
            <pc:docMk/>
            <pc:sldMk cId="35257016" sldId="266"/>
            <ac:spMk id="21" creationId="{55222F96-971A-4F90-B841-6BAB416C7AC1}"/>
          </ac:spMkLst>
        </pc:spChg>
        <pc:spChg chg="add del">
          <ac:chgData name="Kaung Nyi Naing" userId="5a99cc02-cb89-4ca5-b1ec-1f82f4f974cc" providerId="ADAL" clId="{38D6FE23-4415-44DB-9B99-5C09F2291F92}" dt="2026-03-06T19:40:46.434" v="1488" actId="26606"/>
          <ac:spMkLst>
            <pc:docMk/>
            <pc:sldMk cId="35257016" sldId="266"/>
            <ac:spMk id="23" creationId="{08980754-6F4B-43C9-B9BE-127B6BED6586}"/>
          </ac:spMkLst>
        </pc:spChg>
        <pc:spChg chg="add del">
          <ac:chgData name="Kaung Nyi Naing" userId="5a99cc02-cb89-4ca5-b1ec-1f82f4f974cc" providerId="ADAL" clId="{38D6FE23-4415-44DB-9B99-5C09F2291F92}" dt="2026-03-06T19:40:46.434" v="1488" actId="26606"/>
          <ac:spMkLst>
            <pc:docMk/>
            <pc:sldMk cId="35257016" sldId="266"/>
            <ac:spMk id="25" creationId="{2C1BBA94-3F40-40AA-8BB9-E69E25E537C1}"/>
          </ac:spMkLst>
        </pc:spChg>
        <pc:spChg chg="add del">
          <ac:chgData name="Kaung Nyi Naing" userId="5a99cc02-cb89-4ca5-b1ec-1f82f4f974cc" providerId="ADAL" clId="{38D6FE23-4415-44DB-9B99-5C09F2291F92}" dt="2026-03-06T19:40:46.434" v="1488" actId="26606"/>
          <ac:spMkLst>
            <pc:docMk/>
            <pc:sldMk cId="35257016" sldId="266"/>
            <ac:spMk id="30" creationId="{47942995-B07F-4636-9A06-C6A104B260A8}"/>
          </ac:spMkLst>
        </pc:spChg>
        <pc:spChg chg="add del">
          <ac:chgData name="Kaung Nyi Naing" userId="5a99cc02-cb89-4ca5-b1ec-1f82f4f974cc" providerId="ADAL" clId="{38D6FE23-4415-44DB-9B99-5C09F2291F92}" dt="2026-03-06T19:40:46.434" v="1488" actId="26606"/>
          <ac:spMkLst>
            <pc:docMk/>
            <pc:sldMk cId="35257016" sldId="266"/>
            <ac:spMk id="37" creationId="{B81933D1-5615-42C7-9C0B-4EB7105CCE2D}"/>
          </ac:spMkLst>
        </pc:spChg>
        <pc:spChg chg="add del">
          <ac:chgData name="Kaung Nyi Naing" userId="5a99cc02-cb89-4ca5-b1ec-1f82f4f974cc" providerId="ADAL" clId="{38D6FE23-4415-44DB-9B99-5C09F2291F92}" dt="2026-03-06T19:40:46.434" v="1488" actId="26606"/>
          <ac:spMkLst>
            <pc:docMk/>
            <pc:sldMk cId="35257016" sldId="266"/>
            <ac:spMk id="39" creationId="{19C9EAEA-39D0-4B0E-A0EB-51E7B26740B1}"/>
          </ac:spMkLst>
        </pc:spChg>
        <pc:picChg chg="add mod ord">
          <ac:chgData name="Kaung Nyi Naing" userId="5a99cc02-cb89-4ca5-b1ec-1f82f4f974cc" providerId="ADAL" clId="{38D6FE23-4415-44DB-9B99-5C09F2291F92}" dt="2026-03-06T19:42:17.206" v="1504" actId="1076"/>
          <ac:picMkLst>
            <pc:docMk/>
            <pc:sldMk cId="35257016" sldId="266"/>
            <ac:picMk id="5" creationId="{19453361-843A-5FAF-9C2A-90DD90EA050D}"/>
          </ac:picMkLst>
        </pc:picChg>
      </pc:sldChg>
      <pc:sldChg chg="addSp delSp modSp new mod setBg">
        <pc:chgData name="Kaung Nyi Naing" userId="5a99cc02-cb89-4ca5-b1ec-1f82f4f974cc" providerId="ADAL" clId="{38D6FE23-4415-44DB-9B99-5C09F2291F92}" dt="2026-03-06T19:50:22.295" v="1577" actId="14100"/>
        <pc:sldMkLst>
          <pc:docMk/>
          <pc:sldMk cId="3340608992" sldId="267"/>
        </pc:sldMkLst>
        <pc:spChg chg="mod">
          <ac:chgData name="Kaung Nyi Naing" userId="5a99cc02-cb89-4ca5-b1ec-1f82f4f974cc" providerId="ADAL" clId="{38D6FE23-4415-44DB-9B99-5C09F2291F92}" dt="2026-03-06T19:22:28.611" v="1361" actId="20577"/>
          <ac:spMkLst>
            <pc:docMk/>
            <pc:sldMk cId="3340608992" sldId="267"/>
            <ac:spMk id="2" creationId="{08B83C61-D979-D027-309D-CB11B8B04E6B}"/>
          </ac:spMkLst>
        </pc:spChg>
        <pc:spChg chg="del">
          <ac:chgData name="Kaung Nyi Naing" userId="5a99cc02-cb89-4ca5-b1ec-1f82f4f974cc" providerId="ADAL" clId="{38D6FE23-4415-44DB-9B99-5C09F2291F92}" dt="2026-03-06T19:22:22.583" v="1356" actId="22"/>
          <ac:spMkLst>
            <pc:docMk/>
            <pc:sldMk cId="3340608992" sldId="267"/>
            <ac:spMk id="3" creationId="{1F009159-E61C-D46C-D66D-784009AB5459}"/>
          </ac:spMkLst>
        </pc:spChg>
        <pc:spChg chg="add mod ord">
          <ac:chgData name="Kaung Nyi Naing" userId="5a99cc02-cb89-4ca5-b1ec-1f82f4f974cc" providerId="ADAL" clId="{38D6FE23-4415-44DB-9B99-5C09F2291F92}" dt="2026-03-06T19:50:22.295" v="1577" actId="14100"/>
          <ac:spMkLst>
            <pc:docMk/>
            <pc:sldMk cId="3340608992" sldId="267"/>
            <ac:spMk id="18" creationId="{0389F4DB-F979-7C52-54BD-C79CC18E699D}"/>
          </ac:spMkLst>
        </pc:spChg>
        <pc:picChg chg="add mod ord">
          <ac:chgData name="Kaung Nyi Naing" userId="5a99cc02-cb89-4ca5-b1ec-1f82f4f974cc" providerId="ADAL" clId="{38D6FE23-4415-44DB-9B99-5C09F2291F92}" dt="2026-03-06T19:49:12.143" v="1559" actId="14100"/>
          <ac:picMkLst>
            <pc:docMk/>
            <pc:sldMk cId="3340608992" sldId="267"/>
            <ac:picMk id="5" creationId="{00ED9508-07D4-956D-D010-A36E294EF2D0}"/>
          </ac:picMkLst>
        </pc:picChg>
        <pc:picChg chg="add mod">
          <ac:chgData name="Kaung Nyi Naing" userId="5a99cc02-cb89-4ca5-b1ec-1f82f4f974cc" providerId="ADAL" clId="{38D6FE23-4415-44DB-9B99-5C09F2291F92}" dt="2026-03-06T19:49:24.049" v="1563" actId="14100"/>
          <ac:picMkLst>
            <pc:docMk/>
            <pc:sldMk cId="3340608992" sldId="267"/>
            <ac:picMk id="7" creationId="{1860F457-C35A-A672-0C2A-AF8681850569}"/>
          </ac:picMkLst>
        </pc:picChg>
        <pc:picChg chg="add mod">
          <ac:chgData name="Kaung Nyi Naing" userId="5a99cc02-cb89-4ca5-b1ec-1f82f4f974cc" providerId="ADAL" clId="{38D6FE23-4415-44DB-9B99-5C09F2291F92}" dt="2026-03-06T19:49:30.761" v="1566" actId="14100"/>
          <ac:picMkLst>
            <pc:docMk/>
            <pc:sldMk cId="3340608992" sldId="267"/>
            <ac:picMk id="9" creationId="{31577075-78C9-A0FC-10A6-4452A686150D}"/>
          </ac:picMkLst>
        </pc:picChg>
        <pc:picChg chg="add mod">
          <ac:chgData name="Kaung Nyi Naing" userId="5a99cc02-cb89-4ca5-b1ec-1f82f4f974cc" providerId="ADAL" clId="{38D6FE23-4415-44DB-9B99-5C09F2291F92}" dt="2026-03-06T19:49:37.051" v="1568" actId="14100"/>
          <ac:picMkLst>
            <pc:docMk/>
            <pc:sldMk cId="3340608992" sldId="267"/>
            <ac:picMk id="11" creationId="{6620934E-2E5D-81E4-605E-E7766D2F56A6}"/>
          </ac:picMkLst>
        </pc:picChg>
        <pc:picChg chg="add mod">
          <ac:chgData name="Kaung Nyi Naing" userId="5a99cc02-cb89-4ca5-b1ec-1f82f4f974cc" providerId="ADAL" clId="{38D6FE23-4415-44DB-9B99-5C09F2291F92}" dt="2026-03-06T19:50:12.947" v="1576" actId="14100"/>
          <ac:picMkLst>
            <pc:docMk/>
            <pc:sldMk cId="3340608992" sldId="267"/>
            <ac:picMk id="13" creationId="{A6041964-42E2-FB6D-6EC3-9EECF4E195C4}"/>
          </ac:picMkLst>
        </pc:picChg>
        <pc:picChg chg="add mod">
          <ac:chgData name="Kaung Nyi Naing" userId="5a99cc02-cb89-4ca5-b1ec-1f82f4f974cc" providerId="ADAL" clId="{38D6FE23-4415-44DB-9B99-5C09F2291F92}" dt="2026-03-06T19:49:39.483" v="1569" actId="1076"/>
          <ac:picMkLst>
            <pc:docMk/>
            <pc:sldMk cId="3340608992" sldId="267"/>
            <ac:picMk id="15" creationId="{AA9B5933-357D-CC2A-684B-54C7572E2CA7}"/>
          </ac:picMkLst>
        </pc:picChg>
        <pc:picChg chg="add mod modCrop">
          <ac:chgData name="Kaung Nyi Naing" userId="5a99cc02-cb89-4ca5-b1ec-1f82f4f974cc" providerId="ADAL" clId="{38D6FE23-4415-44DB-9B99-5C09F2291F92}" dt="2026-03-06T19:50:07.555" v="1575" actId="1076"/>
          <ac:picMkLst>
            <pc:docMk/>
            <pc:sldMk cId="3340608992" sldId="267"/>
            <ac:picMk id="17" creationId="{A1F4DA1A-50D1-C7FD-3FD4-38DFD8C39817}"/>
          </ac:picMkLst>
        </pc:picChg>
      </pc:sldChg>
      <pc:sldMasterChg chg="setBg modSldLayout">
        <pc:chgData name="Kaung Nyi Naing" userId="5a99cc02-cb89-4ca5-b1ec-1f82f4f974cc" providerId="ADAL" clId="{38D6FE23-4415-44DB-9B99-5C09F2291F92}" dt="2026-03-06T19:36:57.049" v="1456"/>
        <pc:sldMasterMkLst>
          <pc:docMk/>
          <pc:sldMasterMk cId="1494155789" sldId="2147483660"/>
        </pc:sldMasterMkLst>
        <pc:sldLayoutChg chg="setBg">
          <pc:chgData name="Kaung Nyi Naing" userId="5a99cc02-cb89-4ca5-b1ec-1f82f4f974cc" providerId="ADAL" clId="{38D6FE23-4415-44DB-9B99-5C09F2291F92}" dt="2026-03-06T19:36:57.049" v="1456"/>
          <pc:sldLayoutMkLst>
            <pc:docMk/>
            <pc:sldMasterMk cId="1494155789" sldId="2147483660"/>
            <pc:sldLayoutMk cId="470693734" sldId="2147483661"/>
          </pc:sldLayoutMkLst>
        </pc:sldLayoutChg>
        <pc:sldLayoutChg chg="setBg">
          <pc:chgData name="Kaung Nyi Naing" userId="5a99cc02-cb89-4ca5-b1ec-1f82f4f974cc" providerId="ADAL" clId="{38D6FE23-4415-44DB-9B99-5C09F2291F92}" dt="2026-03-06T19:36:57.049" v="1456"/>
          <pc:sldLayoutMkLst>
            <pc:docMk/>
            <pc:sldMasterMk cId="1494155789" sldId="2147483660"/>
            <pc:sldLayoutMk cId="4134983273" sldId="2147483662"/>
          </pc:sldLayoutMkLst>
        </pc:sldLayoutChg>
        <pc:sldLayoutChg chg="setBg">
          <pc:chgData name="Kaung Nyi Naing" userId="5a99cc02-cb89-4ca5-b1ec-1f82f4f974cc" providerId="ADAL" clId="{38D6FE23-4415-44DB-9B99-5C09F2291F92}" dt="2026-03-06T19:36:57.049" v="1456"/>
          <pc:sldLayoutMkLst>
            <pc:docMk/>
            <pc:sldMasterMk cId="1494155789" sldId="2147483660"/>
            <pc:sldLayoutMk cId="2358272448" sldId="2147483663"/>
          </pc:sldLayoutMkLst>
        </pc:sldLayoutChg>
        <pc:sldLayoutChg chg="setBg">
          <pc:chgData name="Kaung Nyi Naing" userId="5a99cc02-cb89-4ca5-b1ec-1f82f4f974cc" providerId="ADAL" clId="{38D6FE23-4415-44DB-9B99-5C09F2291F92}" dt="2026-03-06T19:36:57.049" v="1456"/>
          <pc:sldLayoutMkLst>
            <pc:docMk/>
            <pc:sldMasterMk cId="1494155789" sldId="2147483660"/>
            <pc:sldLayoutMk cId="3752000715" sldId="2147483664"/>
          </pc:sldLayoutMkLst>
        </pc:sldLayoutChg>
        <pc:sldLayoutChg chg="setBg">
          <pc:chgData name="Kaung Nyi Naing" userId="5a99cc02-cb89-4ca5-b1ec-1f82f4f974cc" providerId="ADAL" clId="{38D6FE23-4415-44DB-9B99-5C09F2291F92}" dt="2026-03-06T19:36:57.049" v="1456"/>
          <pc:sldLayoutMkLst>
            <pc:docMk/>
            <pc:sldMasterMk cId="1494155789" sldId="2147483660"/>
            <pc:sldLayoutMk cId="3494879926" sldId="2147483665"/>
          </pc:sldLayoutMkLst>
        </pc:sldLayoutChg>
        <pc:sldLayoutChg chg="setBg">
          <pc:chgData name="Kaung Nyi Naing" userId="5a99cc02-cb89-4ca5-b1ec-1f82f4f974cc" providerId="ADAL" clId="{38D6FE23-4415-44DB-9B99-5C09F2291F92}" dt="2026-03-06T19:36:57.049" v="1456"/>
          <pc:sldLayoutMkLst>
            <pc:docMk/>
            <pc:sldMasterMk cId="1494155789" sldId="2147483660"/>
            <pc:sldLayoutMk cId="136856431" sldId="2147483666"/>
          </pc:sldLayoutMkLst>
        </pc:sldLayoutChg>
        <pc:sldLayoutChg chg="setBg">
          <pc:chgData name="Kaung Nyi Naing" userId="5a99cc02-cb89-4ca5-b1ec-1f82f4f974cc" providerId="ADAL" clId="{38D6FE23-4415-44DB-9B99-5C09F2291F92}" dt="2026-03-06T19:36:57.049" v="1456"/>
          <pc:sldLayoutMkLst>
            <pc:docMk/>
            <pc:sldMasterMk cId="1494155789" sldId="2147483660"/>
            <pc:sldLayoutMk cId="3984032927" sldId="2147483667"/>
          </pc:sldLayoutMkLst>
        </pc:sldLayoutChg>
        <pc:sldLayoutChg chg="setBg">
          <pc:chgData name="Kaung Nyi Naing" userId="5a99cc02-cb89-4ca5-b1ec-1f82f4f974cc" providerId="ADAL" clId="{38D6FE23-4415-44DB-9B99-5C09F2291F92}" dt="2026-03-06T19:36:57.049" v="1456"/>
          <pc:sldLayoutMkLst>
            <pc:docMk/>
            <pc:sldMasterMk cId="1494155789" sldId="2147483660"/>
            <pc:sldLayoutMk cId="737101675" sldId="2147483668"/>
          </pc:sldLayoutMkLst>
        </pc:sldLayoutChg>
        <pc:sldLayoutChg chg="setBg">
          <pc:chgData name="Kaung Nyi Naing" userId="5a99cc02-cb89-4ca5-b1ec-1f82f4f974cc" providerId="ADAL" clId="{38D6FE23-4415-44DB-9B99-5C09F2291F92}" dt="2026-03-06T19:36:57.049" v="1456"/>
          <pc:sldLayoutMkLst>
            <pc:docMk/>
            <pc:sldMasterMk cId="1494155789" sldId="2147483660"/>
            <pc:sldLayoutMk cId="3703139904" sldId="2147483669"/>
          </pc:sldLayoutMkLst>
        </pc:sldLayoutChg>
        <pc:sldLayoutChg chg="setBg">
          <pc:chgData name="Kaung Nyi Naing" userId="5a99cc02-cb89-4ca5-b1ec-1f82f4f974cc" providerId="ADAL" clId="{38D6FE23-4415-44DB-9B99-5C09F2291F92}" dt="2026-03-06T19:36:57.049" v="1456"/>
          <pc:sldLayoutMkLst>
            <pc:docMk/>
            <pc:sldMasterMk cId="1494155789" sldId="2147483660"/>
            <pc:sldLayoutMk cId="257433780" sldId="2147483670"/>
          </pc:sldLayoutMkLst>
        </pc:sldLayoutChg>
        <pc:sldLayoutChg chg="setBg">
          <pc:chgData name="Kaung Nyi Naing" userId="5a99cc02-cb89-4ca5-b1ec-1f82f4f974cc" providerId="ADAL" clId="{38D6FE23-4415-44DB-9B99-5C09F2291F92}" dt="2026-03-06T19:36:57.049" v="1456"/>
          <pc:sldLayoutMkLst>
            <pc:docMk/>
            <pc:sldMasterMk cId="1494155789" sldId="2147483660"/>
            <pc:sldLayoutMk cId="3917323200" sldId="2147483671"/>
          </pc:sldLayoutMkLst>
        </pc:sldLayoutChg>
      </pc:sldMasterChg>
    </pc:docChg>
  </pc:docChgLst>
  <pc:docChgLst>
    <pc:chgData name="Keeyan Canlas" userId="S::kcanlas@cpp.edu::65e9c99f-8a9d-4f4a-ad46-bebdd41008a0" providerId="AD" clId="Web-{D16EFD9D-A208-CD21-9B62-CFB4432E3DF8}"/>
    <pc:docChg chg="addSld modSld">
      <pc:chgData name="Keeyan Canlas" userId="S::kcanlas@cpp.edu::65e9c99f-8a9d-4f4a-ad46-bebdd41008a0" providerId="AD" clId="Web-{D16EFD9D-A208-CD21-9B62-CFB4432E3DF8}" dt="2026-03-04T04:13:12.249" v="125" actId="1076"/>
      <pc:docMkLst>
        <pc:docMk/>
      </pc:docMkLst>
      <pc:sldChg chg="addSp modSp new">
        <pc:chgData name="Keeyan Canlas" userId="S::kcanlas@cpp.edu::65e9c99f-8a9d-4f4a-ad46-bebdd41008a0" providerId="AD" clId="Web-{D16EFD9D-A208-CD21-9B62-CFB4432E3DF8}" dt="2026-03-04T04:04:35.749" v="112" actId="20577"/>
        <pc:sldMkLst>
          <pc:docMk/>
          <pc:sldMk cId="2156346351" sldId="261"/>
        </pc:sldMkLst>
        <pc:spChg chg="mod">
          <ac:chgData name="Keeyan Canlas" userId="S::kcanlas@cpp.edu::65e9c99f-8a9d-4f4a-ad46-bebdd41008a0" providerId="AD" clId="Web-{D16EFD9D-A208-CD21-9B62-CFB4432E3DF8}" dt="2026-03-04T03:59:31.562" v="10" actId="20577"/>
          <ac:spMkLst>
            <pc:docMk/>
            <pc:sldMk cId="2156346351" sldId="261"/>
            <ac:spMk id="2" creationId="{D4E85203-ADD3-A7A8-825C-25E8E4DFB17A}"/>
          </ac:spMkLst>
        </pc:spChg>
        <pc:spChg chg="mod">
          <ac:chgData name="Keeyan Canlas" userId="S::kcanlas@cpp.edu::65e9c99f-8a9d-4f4a-ad46-bebdd41008a0" providerId="AD" clId="Web-{D16EFD9D-A208-CD21-9B62-CFB4432E3DF8}" dt="2026-03-04T04:04:35.749" v="112" actId="20577"/>
          <ac:spMkLst>
            <pc:docMk/>
            <pc:sldMk cId="2156346351" sldId="261"/>
            <ac:spMk id="3" creationId="{AC54BD91-5103-2AA0-9A29-76D692A57709}"/>
          </ac:spMkLst>
        </pc:spChg>
        <pc:picChg chg="add mod">
          <ac:chgData name="Keeyan Canlas" userId="S::kcanlas@cpp.edu::65e9c99f-8a9d-4f4a-ad46-bebdd41008a0" providerId="AD" clId="Web-{D16EFD9D-A208-CD21-9B62-CFB4432E3DF8}" dt="2026-03-04T04:02:17.062" v="95" actId="1076"/>
          <ac:picMkLst>
            <pc:docMk/>
            <pc:sldMk cId="2156346351" sldId="261"/>
            <ac:picMk id="4" creationId="{204866C4-0F4E-6B54-8F29-CF591011D2F2}"/>
          </ac:picMkLst>
        </pc:picChg>
        <pc:picChg chg="add mod">
          <ac:chgData name="Keeyan Canlas" userId="S::kcanlas@cpp.edu::65e9c99f-8a9d-4f4a-ad46-bebdd41008a0" providerId="AD" clId="Web-{D16EFD9D-A208-CD21-9B62-CFB4432E3DF8}" dt="2026-03-04T04:02:33.421" v="99" actId="14100"/>
          <ac:picMkLst>
            <pc:docMk/>
            <pc:sldMk cId="2156346351" sldId="261"/>
            <ac:picMk id="5" creationId="{737D289B-2A55-DCA9-9704-C552DE09E599}"/>
          </ac:picMkLst>
        </pc:picChg>
      </pc:sldChg>
      <pc:sldChg chg="addSp delSp modSp new">
        <pc:chgData name="Keeyan Canlas" userId="S::kcanlas@cpp.edu::65e9c99f-8a9d-4f4a-ad46-bebdd41008a0" providerId="AD" clId="Web-{D16EFD9D-A208-CD21-9B62-CFB4432E3DF8}" dt="2026-03-04T04:13:12.249" v="125" actId="1076"/>
        <pc:sldMkLst>
          <pc:docMk/>
          <pc:sldMk cId="464883383" sldId="262"/>
        </pc:sldMkLst>
        <pc:spChg chg="mod">
          <ac:chgData name="Keeyan Canlas" userId="S::kcanlas@cpp.edu::65e9c99f-8a9d-4f4a-ad46-bebdd41008a0" providerId="AD" clId="Web-{D16EFD9D-A208-CD21-9B62-CFB4432E3DF8}" dt="2026-03-04T04:10:27.421" v="121" actId="20577"/>
          <ac:spMkLst>
            <pc:docMk/>
            <pc:sldMk cId="464883383" sldId="262"/>
            <ac:spMk id="2" creationId="{F47189A5-8DB9-0FAC-AFE9-2AC7861C27BC}"/>
          </ac:spMkLst>
        </pc:spChg>
      </pc:sldChg>
    </pc:docChg>
  </pc:docChgLst>
  <pc:docChgLst>
    <pc:chgData name="Kaung Nyi Naing" userId="5a99cc02-cb89-4ca5-b1ec-1f82f4f974cc" providerId="ADAL" clId="{F4FA9E0C-E952-42BB-9205-BB8C0CFC319E}"/>
    <pc:docChg chg="custSel modSld">
      <pc:chgData name="Kaung Nyi Naing" userId="5a99cc02-cb89-4ca5-b1ec-1f82f4f974cc" providerId="ADAL" clId="{F4FA9E0C-E952-42BB-9205-BB8C0CFC319E}" dt="2026-03-05T16:41:42.084" v="291" actId="20577"/>
      <pc:docMkLst>
        <pc:docMk/>
      </pc:docMkLst>
      <pc:sldChg chg="modSp mod">
        <pc:chgData name="Kaung Nyi Naing" userId="5a99cc02-cb89-4ca5-b1ec-1f82f4f974cc" providerId="ADAL" clId="{F4FA9E0C-E952-42BB-9205-BB8C0CFC319E}" dt="2026-03-05T16:37:59.201" v="111" actId="14100"/>
        <pc:sldMkLst>
          <pc:docMk/>
          <pc:sldMk cId="3283190877" sldId="257"/>
        </pc:sldMkLst>
        <pc:spChg chg="mod">
          <ac:chgData name="Kaung Nyi Naing" userId="5a99cc02-cb89-4ca5-b1ec-1f82f4f974cc" providerId="ADAL" clId="{F4FA9E0C-E952-42BB-9205-BB8C0CFC319E}" dt="2026-03-05T16:37:59.201" v="111" actId="14100"/>
          <ac:spMkLst>
            <pc:docMk/>
            <pc:sldMk cId="3283190877" sldId="257"/>
            <ac:spMk id="3" creationId="{62D2861A-4FD2-ECDC-97BE-BE73ACDE508E}"/>
          </ac:spMkLst>
        </pc:spChg>
      </pc:sldChg>
      <pc:sldChg chg="modSp mod">
        <pc:chgData name="Kaung Nyi Naing" userId="5a99cc02-cb89-4ca5-b1ec-1f82f4f974cc" providerId="ADAL" clId="{F4FA9E0C-E952-42BB-9205-BB8C0CFC319E}" dt="2026-03-05T16:40:37.510" v="214" actId="1076"/>
        <pc:sldMkLst>
          <pc:docMk/>
          <pc:sldMk cId="783867445" sldId="260"/>
        </pc:sldMkLst>
        <pc:spChg chg="mod">
          <ac:chgData name="Kaung Nyi Naing" userId="5a99cc02-cb89-4ca5-b1ec-1f82f4f974cc" providerId="ADAL" clId="{F4FA9E0C-E952-42BB-9205-BB8C0CFC319E}" dt="2026-03-05T16:40:26.441" v="211" actId="20577"/>
          <ac:spMkLst>
            <pc:docMk/>
            <pc:sldMk cId="783867445" sldId="260"/>
            <ac:spMk id="3" creationId="{3C3157D2-31E4-C17C-F799-F0C5A16C4D35}"/>
          </ac:spMkLst>
        </pc:spChg>
        <pc:picChg chg="mod">
          <ac:chgData name="Kaung Nyi Naing" userId="5a99cc02-cb89-4ca5-b1ec-1f82f4f974cc" providerId="ADAL" clId="{F4FA9E0C-E952-42BB-9205-BB8C0CFC319E}" dt="2026-03-05T16:40:31.580" v="212" actId="1076"/>
          <ac:picMkLst>
            <pc:docMk/>
            <pc:sldMk cId="783867445" sldId="260"/>
            <ac:picMk id="4" creationId="{6DAF3E27-BF4F-D680-0CBB-0087C310032D}"/>
          </ac:picMkLst>
        </pc:picChg>
        <pc:picChg chg="mod">
          <ac:chgData name="Kaung Nyi Naing" userId="5a99cc02-cb89-4ca5-b1ec-1f82f4f974cc" providerId="ADAL" clId="{F4FA9E0C-E952-42BB-9205-BB8C0CFC319E}" dt="2026-03-05T16:40:37.510" v="214" actId="1076"/>
          <ac:picMkLst>
            <pc:docMk/>
            <pc:sldMk cId="783867445" sldId="260"/>
            <ac:picMk id="5" creationId="{BDBFA0B5-E842-DDAA-DBDC-B26D8398417D}"/>
          </ac:picMkLst>
        </pc:picChg>
        <pc:picChg chg="mod">
          <ac:chgData name="Kaung Nyi Naing" userId="5a99cc02-cb89-4ca5-b1ec-1f82f4f974cc" providerId="ADAL" clId="{F4FA9E0C-E952-42BB-9205-BB8C0CFC319E}" dt="2026-03-05T16:40:33.637" v="213" actId="1076"/>
          <ac:picMkLst>
            <pc:docMk/>
            <pc:sldMk cId="783867445" sldId="260"/>
            <ac:picMk id="6" creationId="{F7E822F0-9BC7-3701-EEDF-441DFD6E3E18}"/>
          </ac:picMkLst>
        </pc:picChg>
      </pc:sldChg>
      <pc:sldChg chg="modSp mod">
        <pc:chgData name="Kaung Nyi Naing" userId="5a99cc02-cb89-4ca5-b1ec-1f82f4f974cc" providerId="ADAL" clId="{F4FA9E0C-E952-42BB-9205-BB8C0CFC319E}" dt="2026-03-05T16:41:42.084" v="291" actId="20577"/>
        <pc:sldMkLst>
          <pc:docMk/>
          <pc:sldMk cId="2156346351" sldId="261"/>
        </pc:sldMkLst>
        <pc:spChg chg="mod">
          <ac:chgData name="Kaung Nyi Naing" userId="5a99cc02-cb89-4ca5-b1ec-1f82f4f974cc" providerId="ADAL" clId="{F4FA9E0C-E952-42BB-9205-BB8C0CFC319E}" dt="2026-03-05T16:41:42.084" v="291" actId="20577"/>
          <ac:spMkLst>
            <pc:docMk/>
            <pc:sldMk cId="2156346351" sldId="261"/>
            <ac:spMk id="3" creationId="{AC54BD91-5103-2AA0-9A29-76D692A57709}"/>
          </ac:spMkLst>
        </pc:spChg>
      </pc:sldChg>
    </pc:docChg>
  </pc:docChgLst>
  <pc:docChgLst>
    <pc:chgData name="Guest User" userId="S::urn:spo:tenantanon#164ba61e-39ec-4f5d-89ff-aa1f00a521b4::" providerId="AD" clId="Web-{6A29CA66-4119-8A90-1F16-D685471AE5C1}"/>
    <pc:docChg chg="modSld">
      <pc:chgData name="Guest User" userId="S::urn:spo:tenantanon#164ba61e-39ec-4f5d-89ff-aa1f00a521b4::" providerId="AD" clId="Web-{6A29CA66-4119-8A90-1F16-D685471AE5C1}" dt="2026-03-05T01:52:06.373" v="7" actId="20577"/>
      <pc:docMkLst>
        <pc:docMk/>
      </pc:docMkLst>
      <pc:sldChg chg="modSp">
        <pc:chgData name="Guest User" userId="S::urn:spo:tenantanon#164ba61e-39ec-4f5d-89ff-aa1f00a521b4::" providerId="AD" clId="Web-{6A29CA66-4119-8A90-1F16-D685471AE5C1}" dt="2026-03-05T01:52:06.373" v="7" actId="20577"/>
        <pc:sldMkLst>
          <pc:docMk/>
          <pc:sldMk cId="783867445" sldId="260"/>
        </pc:sldMkLst>
        <pc:spChg chg="mod">
          <ac:chgData name="Guest User" userId="S::urn:spo:tenantanon#164ba61e-39ec-4f5d-89ff-aa1f00a521b4::" providerId="AD" clId="Web-{6A29CA66-4119-8A90-1F16-D685471AE5C1}" dt="2026-03-05T01:52:06.373" v="7" actId="20577"/>
          <ac:spMkLst>
            <pc:docMk/>
            <pc:sldMk cId="783867445" sldId="260"/>
            <ac:spMk id="3" creationId="{3C3157D2-31E4-C17C-F799-F0C5A16C4D3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C7454-8F51-4728-B049-5511246EEC8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B0A7E-B1D6-4912-B15D-6F79C8A64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6937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C7454-8F51-4728-B049-5511246EEC8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B0A7E-B1D6-4912-B15D-6F79C8A64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983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C7454-8F51-4728-B049-5511246EEC8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B0A7E-B1D6-4912-B15D-6F79C8A64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272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C7454-8F51-4728-B049-5511246EEC8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B0A7E-B1D6-4912-B15D-6F79C8A64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000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C7454-8F51-4728-B049-5511246EEC8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B0A7E-B1D6-4912-B15D-6F79C8A64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879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C7454-8F51-4728-B049-5511246EEC8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B0A7E-B1D6-4912-B15D-6F79C8A64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564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C7454-8F51-4728-B049-5511246EEC8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B0A7E-B1D6-4912-B15D-6F79C8A64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0329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C7454-8F51-4728-B049-5511246EEC8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B0A7E-B1D6-4912-B15D-6F79C8A64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101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C7454-8F51-4728-B049-5511246EEC8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B0A7E-B1D6-4912-B15D-6F79C8A64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139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C7454-8F51-4728-B049-5511246EEC8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B0A7E-B1D6-4912-B15D-6F79C8A64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33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C7454-8F51-4728-B049-5511246EEC8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B0A7E-B1D6-4912-B15D-6F79C8A64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323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DC0C7454-8F51-4728-B049-5511246EEC8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589B0A7E-B1D6-4912-B15D-6F79C8A64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15578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5F090A-3B82-A603-6465-6837EFBCD2F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8F2D27-97D4-923B-147C-41E7C91E47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Transformer Drone Simulation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0AFA8C-6000-3388-B08B-572692E856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By Kaung Nyi Naing, Keeyan Canlas, and Troy Tadros</a:t>
            </a:r>
          </a:p>
        </p:txBody>
      </p:sp>
    </p:spTree>
    <p:extLst>
      <p:ext uri="{BB962C8B-B14F-4D97-AF65-F5344CB8AC3E}">
        <p14:creationId xmlns:p14="http://schemas.microsoft.com/office/powerpoint/2010/main" val="1739604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149FB5C3-7336-4FE0-A30C-CC0A3646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F15B66-687C-A79F-8534-2A1C07A2E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en-US" sz="4000" dirty="0"/>
              <a:t>Goals &amp; General Info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2861A-4FD2-ECDC-97BE-BE73ACDE5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dirty="0"/>
              <a:t>To simulate drone with accurate dimensions, weight and thrust values</a:t>
            </a:r>
          </a:p>
          <a:p>
            <a:r>
              <a:rPr lang="en-US" sz="1700" dirty="0"/>
              <a:t>To simulate midflight transformation with configurable arm angles</a:t>
            </a:r>
          </a:p>
          <a:p>
            <a:r>
              <a:rPr lang="en-US" sz="1700" dirty="0"/>
              <a:t>To simulate the effects of transformed flight on flight time, stability and power consumption.</a:t>
            </a:r>
          </a:p>
          <a:p>
            <a:endParaRPr lang="en-US" sz="1700" dirty="0"/>
          </a:p>
          <a:p>
            <a:r>
              <a:rPr lang="en-US" sz="1700" dirty="0"/>
              <a:t>Using MATLAB Simulink and </a:t>
            </a:r>
            <a:r>
              <a:rPr lang="en-US" sz="1700" dirty="0" err="1"/>
              <a:t>Simscape</a:t>
            </a:r>
            <a:r>
              <a:rPr lang="en-US" sz="1700" dirty="0"/>
              <a:t> Add-Ons</a:t>
            </a:r>
          </a:p>
          <a:p>
            <a:r>
              <a:rPr lang="en-US" sz="1700" dirty="0"/>
              <a:t>Based on Model Quadcopter Drone MATLAB example</a:t>
            </a:r>
          </a:p>
          <a:p>
            <a:endParaRPr lang="en-US" sz="1700" dirty="0"/>
          </a:p>
        </p:txBody>
      </p:sp>
      <p:pic>
        <p:nvPicPr>
          <p:cNvPr id="5" name="Picture 4" descr="Simscape - MATLAB">
            <a:extLst>
              <a:ext uri="{FF2B5EF4-FFF2-40B4-BE49-F238E27FC236}">
                <a16:creationId xmlns:a16="http://schemas.microsoft.com/office/drawing/2014/main" id="{46979884-427F-B8B1-3F8E-97FFD80D3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6667" y="1049887"/>
            <a:ext cx="4389120" cy="2029968"/>
          </a:xfrm>
          <a:prstGeom prst="rect">
            <a:avLst/>
          </a:prstGeom>
        </p:spPr>
      </p:pic>
      <p:pic>
        <p:nvPicPr>
          <p:cNvPr id="4" name="Picture 3" descr="A drone with a basket and a basket&#10;&#10;AI-generated content may be incorrect.">
            <a:extLst>
              <a:ext uri="{FF2B5EF4-FFF2-40B4-BE49-F238E27FC236}">
                <a16:creationId xmlns:a16="http://schemas.microsoft.com/office/drawing/2014/main" id="{EE6768F9-5F1E-A1FA-BDBE-B38F93E7B6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667" y="4114024"/>
            <a:ext cx="4389120" cy="1503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1908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1A042C51-0ACE-419E-A039-04AD72522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062849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656150"/>
            <a:ext cx="5590787" cy="14315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818FCC-53A4-1EFC-18A3-635040B56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73940"/>
            <a:ext cx="4928291" cy="1035781"/>
          </a:xfr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r>
              <a:rPr lang="en-US" sz="3600" dirty="0"/>
              <a:t>Swapping CAD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157D2-31E4-C17C-F799-F0C5A16C4D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087741"/>
            <a:ext cx="5590787" cy="4114104"/>
          </a:xfr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dirty="0"/>
              <a:t>Replaced placeholder drone components with our real drone parts using SolidWorks assemblies.</a:t>
            </a:r>
          </a:p>
          <a:p>
            <a:r>
              <a:rPr lang="en-US" sz="1800" dirty="0"/>
              <a:t>Changed mass, </a:t>
            </a:r>
            <a:r>
              <a:rPr lang="en-US" sz="1800" dirty="0" err="1"/>
              <a:t>intertia</a:t>
            </a:r>
            <a:r>
              <a:rPr lang="en-US" sz="1800" dirty="0"/>
              <a:t>, and geometry in </a:t>
            </a:r>
            <a:r>
              <a:rPr lang="en-US" sz="1800" dirty="0" err="1"/>
              <a:t>SimScape</a:t>
            </a:r>
            <a:r>
              <a:rPr lang="en-US" sz="1800" dirty="0"/>
              <a:t> to create a realistic simulation.</a:t>
            </a:r>
          </a:p>
          <a:p>
            <a:r>
              <a:rPr lang="en-US" sz="1800" dirty="0"/>
              <a:t>Adjust connection frames and rigid offsets to attach parts in the same orientation.</a:t>
            </a:r>
          </a:p>
          <a:p>
            <a:endParaRPr lang="en-US" sz="1800" dirty="0"/>
          </a:p>
        </p:txBody>
      </p:sp>
      <p:pic>
        <p:nvPicPr>
          <p:cNvPr id="6" name="Picture 5" descr="A blueprint of a jet engine&#10;&#10;AI-generated content may be incorrect.">
            <a:extLst>
              <a:ext uri="{FF2B5EF4-FFF2-40B4-BE49-F238E27FC236}">
                <a16:creationId xmlns:a16="http://schemas.microsoft.com/office/drawing/2014/main" id="{F7E822F0-9BC7-3701-EEDF-441DFD6E3E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1" r="5915" b="-5"/>
          <a:stretch>
            <a:fillRect/>
          </a:stretch>
        </p:blipFill>
        <p:spPr>
          <a:xfrm>
            <a:off x="6788384" y="613148"/>
            <a:ext cx="2212848" cy="2130052"/>
          </a:xfrm>
          <a:prstGeom prst="rect">
            <a:avLst/>
          </a:prstGeom>
        </p:spPr>
      </p:pic>
      <p:pic>
        <p:nvPicPr>
          <p:cNvPr id="4" name="Picture 3" descr="A 3d model of a drone&#10;&#10;AI-generated content may be incorrect.">
            <a:extLst>
              <a:ext uri="{FF2B5EF4-FFF2-40B4-BE49-F238E27FC236}">
                <a16:creationId xmlns:a16="http://schemas.microsoft.com/office/drawing/2014/main" id="{6DAF3E27-BF4F-D680-0CBB-0087C31003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940" r="19014"/>
          <a:stretch>
            <a:fillRect/>
          </a:stretch>
        </p:blipFill>
        <p:spPr>
          <a:xfrm>
            <a:off x="9140952" y="613147"/>
            <a:ext cx="2212848" cy="2130052"/>
          </a:xfrm>
          <a:prstGeom prst="rect">
            <a:avLst/>
          </a:prstGeom>
        </p:spPr>
      </p:pic>
      <p:pic>
        <p:nvPicPr>
          <p:cNvPr id="5" name="Picture 4" descr="A screenshot of a math equation&#10;&#10;AI-generated content may be incorrect.">
            <a:extLst>
              <a:ext uri="{FF2B5EF4-FFF2-40B4-BE49-F238E27FC236}">
                <a16:creationId xmlns:a16="http://schemas.microsoft.com/office/drawing/2014/main" id="{BDBFA0B5-E842-DDAA-DBDC-B26D8398417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659" b="3"/>
          <a:stretch>
            <a:fillRect/>
          </a:stretch>
        </p:blipFill>
        <p:spPr>
          <a:xfrm>
            <a:off x="6788383" y="2884516"/>
            <a:ext cx="4565417" cy="3323430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92240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8674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0389F4DB-F979-7C52-54BD-C79CC18E699D}"/>
              </a:ext>
            </a:extLst>
          </p:cNvPr>
          <p:cNvSpPr/>
          <p:nvPr/>
        </p:nvSpPr>
        <p:spPr>
          <a:xfrm>
            <a:off x="589936" y="399012"/>
            <a:ext cx="10884309" cy="599195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B83C61-D979-D027-309D-CB11B8B04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Simulated CAD Model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0ED9508-07D4-956D-D010-A36E294EF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5939" y="1690687"/>
            <a:ext cx="5170061" cy="44053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860F457-C35A-A672-0C2A-AF86818505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381" y="1700373"/>
            <a:ext cx="662845" cy="11561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1577075-78C9-A0FC-10A6-4452A68615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2086" y="1690687"/>
            <a:ext cx="739812" cy="115618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620934E-2E5D-81E4-605E-E7766D2F56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381" y="3059184"/>
            <a:ext cx="1574930" cy="303681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6041964-42E2-FB6D-6EC3-9EECF4E195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5312" y="3189169"/>
            <a:ext cx="2198327" cy="14811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A9B5933-357D-CC2A-684B-54C7572E2C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5312" y="1700373"/>
            <a:ext cx="2198327" cy="137818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1F4DA1A-50D1-C7FD-3FD4-38DFD8C3981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2602" r="15224"/>
          <a:stretch>
            <a:fillRect/>
          </a:stretch>
        </p:blipFill>
        <p:spPr>
          <a:xfrm rot="16200000">
            <a:off x="8515604" y="4626127"/>
            <a:ext cx="1319581" cy="1620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6089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66E48AFA-8884-4F68-A44F-D2C1E8609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ECEE6E-3904-3BE7-0548-3A958CDD649B}"/>
              </a:ext>
            </a:extLst>
          </p:cNvPr>
          <p:cNvSpPr/>
          <p:nvPr/>
        </p:nvSpPr>
        <p:spPr>
          <a:xfrm>
            <a:off x="659914" y="3888828"/>
            <a:ext cx="10872172" cy="22165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4EA346-4BD7-2077-AD36-25A4724A9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998018"/>
            <a:ext cx="3981854" cy="2216513"/>
          </a:xfrm>
        </p:spPr>
        <p:txBody>
          <a:bodyPr>
            <a:normAutofit/>
          </a:bodyPr>
          <a:lstStyle/>
          <a:p>
            <a:r>
              <a:rPr lang="en-US"/>
              <a:t>Transformation Control</a:t>
            </a:r>
          </a:p>
        </p:txBody>
      </p:sp>
      <p:sp>
        <p:nvSpPr>
          <p:cNvPr id="32" name="Arc 31">
            <a:extLst>
              <a:ext uri="{FF2B5EF4-FFF2-40B4-BE49-F238E27FC236}">
                <a16:creationId xmlns:a16="http://schemas.microsoft.com/office/drawing/2014/main" id="{969D19A6-08CB-498C-93EC-3FFB021FC6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C06539E-E0BD-AA45-F1B2-24321EE6EC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14" y="715496"/>
            <a:ext cx="10872172" cy="2935487"/>
          </a:xfrm>
          <a:custGeom>
            <a:avLst/>
            <a:gdLst/>
            <a:ahLst/>
            <a:cxnLst/>
            <a:rect l="l" t="t" r="r" b="b"/>
            <a:pathLst>
              <a:path w="10580201" h="2957472">
                <a:moveTo>
                  <a:pt x="88961" y="0"/>
                </a:moveTo>
                <a:lnTo>
                  <a:pt x="10491240" y="0"/>
                </a:lnTo>
                <a:cubicBezTo>
                  <a:pt x="10540372" y="0"/>
                  <a:pt x="10580201" y="39829"/>
                  <a:pt x="10580201" y="88961"/>
                </a:cubicBezTo>
                <a:lnTo>
                  <a:pt x="10580201" y="2868511"/>
                </a:lnTo>
                <a:cubicBezTo>
                  <a:pt x="10580201" y="2917643"/>
                  <a:pt x="10540372" y="2957472"/>
                  <a:pt x="10491240" y="2957472"/>
                </a:cubicBezTo>
                <a:lnTo>
                  <a:pt x="88961" y="2957472"/>
                </a:lnTo>
                <a:cubicBezTo>
                  <a:pt x="39829" y="2957472"/>
                  <a:pt x="0" y="2917643"/>
                  <a:pt x="0" y="2868511"/>
                </a:cubicBezTo>
                <a:lnTo>
                  <a:pt x="0" y="88961"/>
                </a:lnTo>
                <a:cubicBezTo>
                  <a:pt x="0" y="39829"/>
                  <a:pt x="39829" y="0"/>
                  <a:pt x="88961" y="0"/>
                </a:cubicBez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DA8CB-745B-D923-92EF-65FE8AF01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0835" y="3998019"/>
            <a:ext cx="6382966" cy="2216512"/>
          </a:xfrm>
        </p:spPr>
        <p:txBody>
          <a:bodyPr>
            <a:normAutofit/>
          </a:bodyPr>
          <a:lstStyle/>
          <a:p>
            <a:r>
              <a:rPr lang="en-US" sz="1800"/>
              <a:t>Modeled a control block and bus for easy adjustability</a:t>
            </a:r>
          </a:p>
          <a:p>
            <a:r>
              <a:rPr lang="en-US" sz="1800"/>
              <a:t>Created angle preset table so we can change the drone’s shape with a single preset</a:t>
            </a:r>
          </a:p>
          <a:p>
            <a:r>
              <a:rPr lang="en-US" sz="1800"/>
              <a:t>Included start time to simulate midflight transformation</a:t>
            </a:r>
          </a:p>
          <a:p>
            <a:r>
              <a:rPr lang="en-US" sz="1800"/>
              <a:t>Included transform duration to simulate servo movement delay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494885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58899A-06C4-8E90-3527-3EFA988F0BD1}"/>
              </a:ext>
            </a:extLst>
          </p:cNvPr>
          <p:cNvSpPr/>
          <p:nvPr/>
        </p:nvSpPr>
        <p:spPr>
          <a:xfrm>
            <a:off x="5535561" y="265472"/>
            <a:ext cx="6508955" cy="60047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453361-843A-5FAF-9C2A-90DD90EA05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725" y="1466102"/>
            <a:ext cx="10975472" cy="489355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7E04CD1-2674-2893-B401-9DA8242B52E0}"/>
              </a:ext>
            </a:extLst>
          </p:cNvPr>
          <p:cNvSpPr/>
          <p:nvPr/>
        </p:nvSpPr>
        <p:spPr>
          <a:xfrm>
            <a:off x="519741" y="382392"/>
            <a:ext cx="10348820" cy="85160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19A6DD-318D-944E-CF06-D17DB0647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533" y="382392"/>
            <a:ext cx="9166564" cy="75605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3200" kern="1200" dirty="0">
                <a:latin typeface="+mj-lt"/>
                <a:ea typeface="+mj-ea"/>
                <a:cs typeface="+mj-cs"/>
              </a:rPr>
              <a:t>Transformation Model Showing Body </a:t>
            </a:r>
            <a:r>
              <a:rPr lang="en-US" sz="3200" dirty="0"/>
              <a:t>to Arm Connection</a:t>
            </a:r>
            <a:endParaRPr lang="en-US" sz="3200" kern="1200" dirty="0"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52570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49FB5C3-7336-4FE0-A30C-CC0A3646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E85203-ADD3-A7A8-825C-25E8E4DFB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en-US" sz="4000"/>
              <a:t>Custom Pathing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54BD91-5103-2AA0-9A29-76D692A577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/>
              <a:t>Test the drone for stability in simple linear and rotational paths</a:t>
            </a:r>
          </a:p>
          <a:p>
            <a:r>
              <a:rPr lang="en-US" sz="2000"/>
              <a:t>Includes 7 custom pathing options with return to home feature.</a:t>
            </a:r>
          </a:p>
          <a:p>
            <a:r>
              <a:rPr lang="en-US" sz="2000"/>
              <a:t>Coded a way to adjust rotational path smoothness</a:t>
            </a:r>
          </a:p>
        </p:txBody>
      </p:sp>
      <p:pic>
        <p:nvPicPr>
          <p:cNvPr id="5" name="Picture 4" descr="A drawing of a circle with arrows&#10;&#10;AI-generated content may be incorrect.">
            <a:extLst>
              <a:ext uri="{FF2B5EF4-FFF2-40B4-BE49-F238E27FC236}">
                <a16:creationId xmlns:a16="http://schemas.microsoft.com/office/drawing/2014/main" id="{737D289B-2A55-DCA9-9704-C552DE09E5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7996" y="774285"/>
            <a:ext cx="4146462" cy="2581173"/>
          </a:xfrm>
          <a:prstGeom prst="rect">
            <a:avLst/>
          </a:prstGeom>
        </p:spPr>
      </p:pic>
      <p:pic>
        <p:nvPicPr>
          <p:cNvPr id="4" name="Picture 3" descr="A drawing of a line on a black background&#10;&#10;AI-generated content may be incorrect.">
            <a:extLst>
              <a:ext uri="{FF2B5EF4-FFF2-40B4-BE49-F238E27FC236}">
                <a16:creationId xmlns:a16="http://schemas.microsoft.com/office/drawing/2014/main" id="{204866C4-0F4E-6B54-8F29-CF591011D2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667" y="3762894"/>
            <a:ext cx="4389120" cy="2205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346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2A4A455-976B-BBA5-1FCC-7B7D316E7444}"/>
              </a:ext>
            </a:extLst>
          </p:cNvPr>
          <p:cNvSpPr/>
          <p:nvPr/>
        </p:nvSpPr>
        <p:spPr>
          <a:xfrm>
            <a:off x="1030014" y="546538"/>
            <a:ext cx="10121462" cy="173647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7189A5-8DB9-0FAC-AFE9-2AC7861C2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Simulation with Custom Path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yellow circle with a blue center&#10;&#10;AI-generated content may be incorrect.">
            <a:extLst>
              <a:ext uri="{FF2B5EF4-FFF2-40B4-BE49-F238E27FC236}">
                <a16:creationId xmlns:a16="http://schemas.microsoft.com/office/drawing/2014/main" id="{0C1ECB9C-2624-71BF-70EA-1F69CE1EB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878" y="2642616"/>
            <a:ext cx="3578740" cy="3605784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550AD97-3311-9FD8-AE41-C541F41EB31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249752" y="2642616"/>
            <a:ext cx="3623903" cy="3605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8833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9FB95B-49A7-551E-5184-17AD5AD6319A}"/>
              </a:ext>
            </a:extLst>
          </p:cNvPr>
          <p:cNvSpPr/>
          <p:nvPr/>
        </p:nvSpPr>
        <p:spPr>
          <a:xfrm>
            <a:off x="640079" y="2508070"/>
            <a:ext cx="10907487" cy="363409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BF0BB0-096F-E5B1-09A5-B57C2D99A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Current and Future Work Items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0E459-A6E5-A227-7974-F93D7642A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2290918"/>
            <a:ext cx="9941319" cy="2969340"/>
          </a:xfrm>
        </p:spPr>
        <p:txBody>
          <a:bodyPr anchor="ctr">
            <a:normAutofit/>
          </a:bodyPr>
          <a:lstStyle/>
          <a:p>
            <a:r>
              <a:rPr lang="en-US" sz="2400" dirty="0"/>
              <a:t>Better servo/actuation simulation</a:t>
            </a:r>
          </a:p>
          <a:p>
            <a:r>
              <a:rPr lang="en-US" sz="2400" dirty="0"/>
              <a:t>Adjust Yaw/Pitch/Roll PID variables</a:t>
            </a:r>
          </a:p>
          <a:p>
            <a:r>
              <a:rPr lang="en-US" sz="2400" dirty="0"/>
              <a:t>Modify or Replace Flight Controller block to support other transformations</a:t>
            </a:r>
          </a:p>
          <a:p>
            <a:r>
              <a:rPr lang="en-US" sz="2400" dirty="0"/>
              <a:t>Adjust motor variables to better match the EDF power and behavior.</a:t>
            </a:r>
          </a:p>
          <a:p>
            <a:r>
              <a:rPr lang="en-US" sz="2400" dirty="0"/>
              <a:t>Adjust Power system variables so we can accurately simulate motor power consumption.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7459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22B21E-B2B9-4C72-9A71-C87EFD137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A6BD14-56B1-4493-C293-F5537CDD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93338"/>
            <a:ext cx="9144000" cy="327459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Live 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E481B9-5F84-CD64-434E-053A74AC77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5514052"/>
            <a:ext cx="9144000" cy="65191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live demo of the latest simulation build on MATLAB.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70480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73</TotalTime>
  <Words>265</Words>
  <Application>Microsoft Office PowerPoint</Application>
  <PresentationFormat>Widescreen</PresentationFormat>
  <Paragraphs>33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Transformer Drone Simulation</vt:lpstr>
      <vt:lpstr>Goals &amp; General Info</vt:lpstr>
      <vt:lpstr>Swapping CAD Models</vt:lpstr>
      <vt:lpstr>Current Simulated CAD Model</vt:lpstr>
      <vt:lpstr>Transformation Control</vt:lpstr>
      <vt:lpstr>Transformation Model Showing Body to Arm Connection</vt:lpstr>
      <vt:lpstr>Custom Pathing</vt:lpstr>
      <vt:lpstr>Simulation with Custom Path</vt:lpstr>
      <vt:lpstr>Current and Future Work Items</vt:lpstr>
      <vt:lpstr>Live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Kaung Nyi Naing</dc:creator>
  <cp:lastModifiedBy>Kaung Nyi Naing</cp:lastModifiedBy>
  <cp:revision>13</cp:revision>
  <dcterms:created xsi:type="dcterms:W3CDTF">2026-03-02T03:10:21Z</dcterms:created>
  <dcterms:modified xsi:type="dcterms:W3CDTF">2026-03-06T19:52:00Z</dcterms:modified>
</cp:coreProperties>
</file>